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3.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4.xml" ContentType="application/vnd.openxmlformats-officedocument.theme+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theme/theme5.xml" ContentType="application/vnd.openxmlformats-officedocument.theme+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7" r:id="rId1"/>
    <p:sldMasterId id="2147483798" r:id="rId2"/>
    <p:sldMasterId id="2147483799" r:id="rId3"/>
    <p:sldMasterId id="2147483800" r:id="rId4"/>
    <p:sldMasterId id="2147483801" r:id="rId5"/>
    <p:sldMasterId id="2147483802" r:id="rId6"/>
  </p:sldMasterIdLst>
  <p:notesMasterIdLst>
    <p:notesMasterId r:id="rId29"/>
  </p:notesMasterIdLst>
  <p:sldIdLst>
    <p:sldId id="256"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Lst>
  <p:sldSz cx="9144000" cy="5143500" type="screen16x9"/>
  <p:notesSz cx="6858000" cy="9144000"/>
  <p:embeddedFontLst>
    <p:embeddedFont>
      <p:font typeface="Century Gothic" panose="020B0502020202020204" pitchFamily="34" charset="0"/>
      <p:regular r:id="rId30"/>
      <p:bold r:id="rId31"/>
      <p:italic r:id="rId32"/>
      <p:boldItalic r:id="rId33"/>
    </p:embeddedFont>
    <p:embeddedFont>
      <p:font typeface="Helvetica Neue" panose="020B0604020202020204" charset="0"/>
      <p:regular r:id="rId34"/>
      <p:bold r:id="rId35"/>
      <p:italic r:id="rId36"/>
      <p:boldItalic r:id="rId37"/>
    </p:embeddedFont>
    <p:embeddedFont>
      <p:font typeface="Inconsolata Medium" pitchFamily="1" charset="0"/>
      <p:regular r:id="rId38"/>
      <p:bold r:id="rId39"/>
    </p:embeddedFont>
    <p:embeddedFont>
      <p:font typeface="Roboto" panose="02000000000000000000" pitchFamily="2" charset="0"/>
      <p:regular r:id="rId40"/>
      <p:bold r:id="rId41"/>
      <p:italic r:id="rId42"/>
      <p:boldItalic r:id="rId43"/>
    </p:embeddedFont>
    <p:embeddedFont>
      <p:font typeface="Roboto Light" panose="02000000000000000000" pitchFamily="2" charset="0"/>
      <p:regular r:id="rId44"/>
      <p:bold r:id="rId45"/>
      <p:italic r:id="rId46"/>
      <p:boldItalic r:id="rId47"/>
    </p:embeddedFont>
    <p:embeddedFont>
      <p:font typeface="Roboto Medium" panose="02000000000000000000" pitchFamily="2" charset="0"/>
      <p:regular r:id="rId48"/>
      <p:bold r:id="rId49"/>
      <p:italic r:id="rId50"/>
      <p:boldItalic r:id="rId51"/>
    </p:embeddedFont>
    <p:embeddedFont>
      <p:font typeface="Roboto Mono" panose="00000009000000000000" pitchFamily="49" charset="0"/>
      <p:regular r:id="rId52"/>
      <p:bold r:id="rId53"/>
      <p:italic r:id="rId54"/>
      <p:boldItalic r:id="rId55"/>
    </p:embeddedFont>
    <p:embeddedFont>
      <p:font typeface="Roboto Mono Light" panose="00000009000000000000" pitchFamily="49" charset="0"/>
      <p:regular r:id="rId56"/>
      <p:bold r:id="rId57"/>
      <p:italic r:id="rId58"/>
      <p:boldItalic r:id="rId59"/>
    </p:embeddedFont>
    <p:embeddedFont>
      <p:font typeface="Roboto Mono Medium" panose="00000009000000000000" pitchFamily="49" charset="0"/>
      <p:regular r:id="rId60"/>
      <p:bold r:id="rId61"/>
      <p:italic r:id="rId62"/>
      <p:boldItalic r:id="rId63"/>
    </p:embeddedFont>
    <p:embeddedFont>
      <p:font typeface="Times" panose="02020603050405020304" pitchFamily="18" charset="0"/>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8E392AB-048E-451E-9799-047DB2FE66A6}">
  <a:tblStyle styleId="{38E392AB-048E-451E-9799-047DB2FE66A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186E53E-2147-467E-89F3-FA14EC4E1221}" styleName="Table_1">
    <a:wholeTbl>
      <a:tcTxStyle b="off" i="off">
        <a:font>
          <a:latin typeface="Century Gothic"/>
          <a:ea typeface="Century Gothic"/>
          <a:cs typeface="Century Gothic"/>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entury Gothic"/>
          <a:ea typeface="Century Gothic"/>
          <a:cs typeface="Century Gothic"/>
        </a:font>
        <a:schemeClr val="lt1"/>
      </a:tcTxStyle>
      <a:tcStyle>
        <a:tcBdr/>
        <a:fill>
          <a:solidFill>
            <a:schemeClr val="accent1"/>
          </a:solidFill>
        </a:fill>
      </a:tcStyle>
    </a:lastCol>
    <a:firstCol>
      <a:tcTxStyle b="on" i="off">
        <a:font>
          <a:latin typeface="Century Gothic"/>
          <a:ea typeface="Century Gothic"/>
          <a:cs typeface="Century Gothic"/>
        </a:font>
        <a:schemeClr val="lt1"/>
      </a:tcTxStyle>
      <a:tcStyle>
        <a:tcBdr/>
        <a:fill>
          <a:solidFill>
            <a:schemeClr val="accent1"/>
          </a:solidFill>
        </a:fill>
      </a:tcStyle>
    </a:firstCol>
    <a:lastRow>
      <a:tcTxStyle b="on" i="off">
        <a:font>
          <a:latin typeface="Century Gothic"/>
          <a:ea typeface="Century Gothic"/>
          <a:cs typeface="Century Gothic"/>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entury Gothic"/>
          <a:ea typeface="Century Gothic"/>
          <a:cs typeface="Century Gothic"/>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EB2BA31B-5C43-4621-91BF-7C935D640D6E}" styleName="Table_2">
    <a:wholeTbl>
      <a:tcTxStyle b="off" i="off">
        <a:font>
          <a:latin typeface="Century Gothic"/>
          <a:ea typeface="Century Gothic"/>
          <a:cs typeface="Century Gothic"/>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F1E8"/>
          </a:solidFill>
        </a:fill>
      </a:tcStyle>
    </a:wholeTbl>
    <a:band1H>
      <a:tcTxStyle/>
      <a:tcStyle>
        <a:tcBdr/>
        <a:fill>
          <a:solidFill>
            <a:srgbClr val="D4E2CE"/>
          </a:solidFill>
        </a:fill>
      </a:tcStyle>
    </a:band1H>
    <a:band2H>
      <a:tcTxStyle/>
      <a:tcStyle>
        <a:tcBdr/>
      </a:tcStyle>
    </a:band2H>
    <a:band1V>
      <a:tcTxStyle/>
      <a:tcStyle>
        <a:tcBdr/>
        <a:fill>
          <a:solidFill>
            <a:srgbClr val="D4E2CE"/>
          </a:solidFill>
        </a:fill>
      </a:tcStyle>
    </a:band1V>
    <a:band2V>
      <a:tcTxStyle/>
      <a:tcStyle>
        <a:tcBdr/>
      </a:tcStyle>
    </a:band2V>
    <a:lastCol>
      <a:tcTxStyle b="on" i="off">
        <a:font>
          <a:latin typeface="Century Gothic"/>
          <a:ea typeface="Century Gothic"/>
          <a:cs typeface="Century Gothic"/>
        </a:font>
        <a:schemeClr val="lt1"/>
      </a:tcTxStyle>
      <a:tcStyle>
        <a:tcBdr/>
        <a:fill>
          <a:solidFill>
            <a:schemeClr val="accent6"/>
          </a:solidFill>
        </a:fill>
      </a:tcStyle>
    </a:lastCol>
    <a:firstCol>
      <a:tcTxStyle b="on" i="off">
        <a:font>
          <a:latin typeface="Century Gothic"/>
          <a:ea typeface="Century Gothic"/>
          <a:cs typeface="Century Gothic"/>
        </a:font>
        <a:schemeClr val="lt1"/>
      </a:tcTxStyle>
      <a:tcStyle>
        <a:tcBdr/>
        <a:fill>
          <a:solidFill>
            <a:schemeClr val="accent6"/>
          </a:solidFill>
        </a:fill>
      </a:tcStyle>
    </a:firstCol>
    <a:lastRow>
      <a:tcTxStyle b="on" i="off">
        <a:font>
          <a:latin typeface="Century Gothic"/>
          <a:ea typeface="Century Gothic"/>
          <a:cs typeface="Century Gothic"/>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TxStyle/>
      <a:tcStyle>
        <a:tcBdr/>
      </a:tcStyle>
    </a:seCell>
    <a:swCell>
      <a:tcTxStyle/>
      <a:tcStyle>
        <a:tcBdr/>
      </a:tcStyle>
    </a:swCell>
    <a:firstRow>
      <a:tcTxStyle b="on" i="off">
        <a:font>
          <a:latin typeface="Century Gothic"/>
          <a:ea typeface="Century Gothic"/>
          <a:cs typeface="Century Gothic"/>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393" y="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font" Target="fonts/font13.fntdata"/><Relationship Id="rId47" Type="http://schemas.openxmlformats.org/officeDocument/2006/relationships/font" Target="fonts/font18.fntdata"/><Relationship Id="rId63" Type="http://schemas.openxmlformats.org/officeDocument/2006/relationships/font" Target="fonts/font34.fntdata"/><Relationship Id="rId68" Type="http://schemas.openxmlformats.org/officeDocument/2006/relationships/presProps" Target="presProps.xml"/><Relationship Id="rId7" Type="http://schemas.openxmlformats.org/officeDocument/2006/relationships/slide" Target="slides/slide1.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notesMaster" Target="notesMasters/notesMaster1.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3" Type="http://schemas.openxmlformats.org/officeDocument/2006/relationships/font" Target="fonts/font24.fntdata"/><Relationship Id="rId58" Type="http://schemas.openxmlformats.org/officeDocument/2006/relationships/font" Target="fonts/font29.fntdata"/><Relationship Id="rId66" Type="http://schemas.openxmlformats.org/officeDocument/2006/relationships/font" Target="fonts/font37.fntdata"/><Relationship Id="rId5" Type="http://schemas.openxmlformats.org/officeDocument/2006/relationships/slideMaster" Target="slideMasters/slideMaster5.xml"/><Relationship Id="rId61" Type="http://schemas.openxmlformats.org/officeDocument/2006/relationships/font" Target="fonts/font32.fntdata"/><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font" Target="fonts/font19.fntdata"/><Relationship Id="rId56" Type="http://schemas.openxmlformats.org/officeDocument/2006/relationships/font" Target="fonts/font27.fntdata"/><Relationship Id="rId64" Type="http://schemas.openxmlformats.org/officeDocument/2006/relationships/font" Target="fonts/font35.fntdata"/><Relationship Id="rId69"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font" Target="fonts/font22.fntdata"/><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59" Type="http://schemas.openxmlformats.org/officeDocument/2006/relationships/font" Target="fonts/font30.fntdata"/><Relationship Id="rId67" Type="http://schemas.openxmlformats.org/officeDocument/2006/relationships/font" Target="fonts/font38.fntdata"/><Relationship Id="rId20" Type="http://schemas.openxmlformats.org/officeDocument/2006/relationships/slide" Target="slides/slide14.xml"/><Relationship Id="rId41" Type="http://schemas.openxmlformats.org/officeDocument/2006/relationships/font" Target="fonts/font12.fntdata"/><Relationship Id="rId54" Type="http://schemas.openxmlformats.org/officeDocument/2006/relationships/font" Target="fonts/font25.fntdata"/><Relationship Id="rId62" Type="http://schemas.openxmlformats.org/officeDocument/2006/relationships/font" Target="fonts/font33.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7.fntdata"/><Relationship Id="rId49" Type="http://schemas.openxmlformats.org/officeDocument/2006/relationships/font" Target="fonts/font20.fntdata"/><Relationship Id="rId57" Type="http://schemas.openxmlformats.org/officeDocument/2006/relationships/font" Target="fonts/font28.fntdata"/><Relationship Id="rId10" Type="http://schemas.openxmlformats.org/officeDocument/2006/relationships/slide" Target="slides/slide4.xml"/><Relationship Id="rId31" Type="http://schemas.openxmlformats.org/officeDocument/2006/relationships/font" Target="fonts/font2.fntdata"/><Relationship Id="rId44" Type="http://schemas.openxmlformats.org/officeDocument/2006/relationships/font" Target="fonts/font15.fntdata"/><Relationship Id="rId52" Type="http://schemas.openxmlformats.org/officeDocument/2006/relationships/font" Target="fonts/font23.fntdata"/><Relationship Id="rId60" Type="http://schemas.openxmlformats.org/officeDocument/2006/relationships/font" Target="fonts/font31.fntdata"/><Relationship Id="rId65" Type="http://schemas.openxmlformats.org/officeDocument/2006/relationships/font" Target="fonts/font36.fntdata"/><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font" Target="fonts/font10.fntdata"/><Relationship Id="rId34" Type="http://schemas.openxmlformats.org/officeDocument/2006/relationships/font" Target="fonts/font5.fntdata"/><Relationship Id="rId50" Type="http://schemas.openxmlformats.org/officeDocument/2006/relationships/font" Target="fonts/font21.fntdata"/><Relationship Id="rId55" Type="http://schemas.openxmlformats.org/officeDocument/2006/relationships/font" Target="fonts/font2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en.wikipedia.org/wiki/Time_standard" TargetMode="External"/><Relationship Id="rId2" Type="http://schemas.openxmlformats.org/officeDocument/2006/relationships/slide" Target="../slides/slide18.xml"/><Relationship Id="rId1" Type="http://schemas.openxmlformats.org/officeDocument/2006/relationships/notesMaster" Target="../notesMasters/notesMaster1.xml"/><Relationship Id="rId5" Type="http://schemas.openxmlformats.org/officeDocument/2006/relationships/hyperlink" Target="https://en.wikipedia.org/wiki/Time_zones" TargetMode="External"/><Relationship Id="rId4" Type="http://schemas.openxmlformats.org/officeDocument/2006/relationships/hyperlink" Target="https://en.wikipedia.org/wiki/Civil_time"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2b087f19966_0_7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2b087f19966_0_7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32c121e64a4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32c121e64a4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2f71faa3659_0_24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4" name="Google Shape;914;g2f71faa3659_0_2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32c0cc057bf_0_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2" name="Google Shape;922;g32c0cc057bf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Or df.info() to get a more comprehensive output</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t>business_id	business_name	business_address	business_city	business_state	business_postal_code	business_latitude	business_longitude	business_location	business_phone_number	...	inspection_score	inspection_type	violation_id	violation_description	risk_category	Neighborhoods	SF Find Neighborhoods	Current Police Districts	Current Supervisor Districts	Analysis Neighborhoods</a:t>
            </a:r>
            <a:endParaRPr/>
          </a:p>
          <a:p>
            <a:pPr marL="0" lvl="0" indent="0" algn="l" rtl="0">
              <a:spcBef>
                <a:spcPts val="0"/>
              </a:spcBef>
              <a:spcAft>
                <a:spcPts val="0"/>
              </a:spcAft>
              <a:buClr>
                <a:schemeClr val="dk1"/>
              </a:buClr>
              <a:buSzPts val="1100"/>
              <a:buFont typeface="Arial"/>
              <a:buNone/>
            </a:pPr>
            <a:r>
              <a:rPr lang="en"/>
              <a:t>0	835	Kam Po Kitchen	801 Broadway St	San Francisco	CA	94133	37.797223	-122.410513	POINT (-122.410513 37.797223)	NaN	...	88.0	Routine - Unscheduled	835_20180917_103139	Improper food storage	Low Risk	107.0	107.0	6.0	3.0	6.0</a:t>
            </a:r>
            <a:endParaRPr/>
          </a:p>
          <a:p>
            <a:pPr marL="0" lvl="0" indent="0" algn="l" rtl="0">
              <a:spcBef>
                <a:spcPts val="0"/>
              </a:spcBef>
              <a:spcAft>
                <a:spcPts val="0"/>
              </a:spcAft>
              <a:buClr>
                <a:schemeClr val="dk1"/>
              </a:buClr>
              <a:buSzPts val="1100"/>
              <a:buFont typeface="Arial"/>
              <a:buNone/>
            </a:pPr>
            <a:r>
              <a:rPr lang="en"/>
              <a:t>1	905	Working Girls' </a:t>
            </a:r>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g32c3e79cd20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2" name="Google Shape;932;g32c3e79cd2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3" name="Google Shape;933;g32c3e79cd2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327c9dd395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4" name="Google Shape;964;g327c9dd395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ppm: parts per million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327c9dd395d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0" name="Google Shape;990;g327c9dd395d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t>There are several common questions that come in lecture about this:</a:t>
            </a:r>
            <a:endParaRPr/>
          </a:p>
          <a:p>
            <a:pPr marL="0" lvl="0" indent="457200" algn="l" rtl="0">
              <a:spcBef>
                <a:spcPts val="0"/>
              </a:spcBef>
              <a:spcAft>
                <a:spcPts val="0"/>
              </a:spcAft>
              <a:buNone/>
            </a:pPr>
            <a:r>
              <a:rPr lang="en"/>
              <a:t>Couldn’t GPA be quantitative discrete, since technically there are a finite number of possible GPAs?</a:t>
            </a:r>
            <a:endParaRPr/>
          </a:p>
          <a:p>
            <a:pPr marL="457200" lvl="0" indent="-298450" algn="l" rtl="0">
              <a:spcBef>
                <a:spcPts val="0"/>
              </a:spcBef>
              <a:spcAft>
                <a:spcPts val="0"/>
              </a:spcAft>
              <a:buSzPts val="1100"/>
              <a:buChar char="●"/>
            </a:pPr>
            <a:r>
              <a:rPr lang="en"/>
              <a:t>Couldn’t Number of years of education be Qualitative Ordinal, since a gap of a “year” is dependent on when that year of education occurred?</a:t>
            </a:r>
            <a:endParaRPr/>
          </a:p>
          <a:p>
            <a:pPr marL="457200" lvl="0" indent="-298450" algn="l" rtl="0">
              <a:spcBef>
                <a:spcPts val="0"/>
              </a:spcBef>
              <a:spcAft>
                <a:spcPts val="0"/>
              </a:spcAft>
              <a:buSzPts val="1100"/>
              <a:buChar char="●"/>
            </a:pPr>
            <a:r>
              <a:rPr lang="en"/>
              <a:t>Couldn’t Yelp Rating be quantitative discrete for the same reasons as GPA?</a:t>
            </a:r>
            <a:endParaRPr/>
          </a:p>
          <a:p>
            <a:pPr marL="0" lvl="0" indent="0" algn="l" rtl="0">
              <a:spcBef>
                <a:spcPts val="0"/>
              </a:spcBef>
              <a:spcAft>
                <a:spcPts val="0"/>
              </a:spcAft>
              <a:buNone/>
            </a:pPr>
            <a:endParaRPr/>
          </a:p>
          <a:p>
            <a:pPr marL="0" lvl="0" indent="0" algn="l" rtl="0">
              <a:spcBef>
                <a:spcPts val="0"/>
              </a:spcBef>
              <a:spcAft>
                <a:spcPts val="0"/>
              </a:spcAft>
              <a:buNone/>
            </a:pPr>
            <a:r>
              <a:rPr lang="en"/>
              <a:t>The answer to all these questions (except education, see below) is: “Yes, it could! But it depends on what question you are trying to answer with data.” We’ll see next week that many of these feature types are tied to how you’d want to visualize data. Would you want to scatterplot GPA, or do you want to lineplot GPA? How do you want to present Yelp Ratings—categorically (e.g. bar plot), or quantitatively (e.g., scatter plot)? What story are you asking from the data?</a:t>
            </a:r>
            <a:endParaRPr/>
          </a:p>
          <a:p>
            <a:pPr marL="0" lvl="0" indent="0" algn="l" rtl="0">
              <a:spcBef>
                <a:spcPts val="0"/>
              </a:spcBef>
              <a:spcAft>
                <a:spcPts val="0"/>
              </a:spcAft>
              <a:buNone/>
            </a:pPr>
            <a:endParaRPr/>
          </a:p>
          <a:p>
            <a:pPr marL="0" lvl="0" indent="0" algn="l" rtl="0">
              <a:spcBef>
                <a:spcPts val="0"/>
              </a:spcBef>
              <a:spcAft>
                <a:spcPts val="0"/>
              </a:spcAft>
              <a:buNone/>
            </a:pPr>
            <a:r>
              <a:rPr lang="en"/>
              <a:t>Side note on education: I usually prefer asking education level as a Qualitative Nominal variable— high school, Undergrad, Master’s, PhD, etc.—precisely because of the above points. As data scientists working with educational data it’s highly likely that you won’t care about quantitatively comparing number of years; you probably care more about type (i.e., category) of education.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f71faa3659_0_25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1" name="Google Shape;1021;g2f71faa3659_0_25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32c0cc057bf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9" name="Google Shape;1029;g32c0cc057b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2f71faa3659_0_29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2f71faa3659_0_29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2b15b221fb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9" name="Google Shape;1079;g2b15b221fb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g2f71faa3659_0_4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7" name="Google Shape;1127;g2f71faa3659_0_4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5"/>
        <p:cNvGrpSpPr/>
        <p:nvPr/>
      </p:nvGrpSpPr>
      <p:grpSpPr>
        <a:xfrm>
          <a:off x="0" y="0"/>
          <a:ext cx="0" cy="0"/>
          <a:chOff x="0" y="0"/>
          <a:chExt cx="0" cy="0"/>
        </a:xfrm>
      </p:grpSpPr>
      <p:sp>
        <p:nvSpPr>
          <p:cNvPr id="1136" name="Google Shape;1136;g2f71faa3659_0_18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7" name="Google Shape;1137;g2f71faa3659_0_18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5"/>
        <p:cNvGrpSpPr/>
        <p:nvPr/>
      </p:nvGrpSpPr>
      <p:grpSpPr>
        <a:xfrm>
          <a:off x="0" y="0"/>
          <a:ext cx="0" cy="0"/>
          <a:chOff x="0" y="0"/>
          <a:chExt cx="0" cy="0"/>
        </a:xfrm>
      </p:grpSpPr>
      <p:sp>
        <p:nvSpPr>
          <p:cNvPr id="1146" name="Google Shape;1146;g2f71faa3659_0_34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7" name="Google Shape;1147;g2f71faa3659_0_34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g2f71faa3659_0_34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3" name="Google Shape;1153;g2f71faa3659_0_34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8"/>
        <p:cNvGrpSpPr/>
        <p:nvPr/>
      </p:nvGrpSpPr>
      <p:grpSpPr>
        <a:xfrm>
          <a:off x="0" y="0"/>
          <a:ext cx="0" cy="0"/>
          <a:chOff x="0" y="0"/>
          <a:chExt cx="0" cy="0"/>
        </a:xfrm>
      </p:grpSpPr>
      <p:sp>
        <p:nvSpPr>
          <p:cNvPr id="1159" name="Google Shape;1159;g2f71faa3659_0_34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0" name="Google Shape;1160;g2f71faa3659_0_34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July 8th 2009?</a:t>
            </a:r>
            <a:endParaRPr/>
          </a:p>
          <a:p>
            <a:pPr marL="0" lvl="0" indent="0" algn="l" rtl="0">
              <a:spcBef>
                <a:spcPts val="0"/>
              </a:spcBef>
              <a:spcAft>
                <a:spcPts val="0"/>
              </a:spcAft>
              <a:buNone/>
            </a:pPr>
            <a:r>
              <a:rPr lang="en"/>
              <a:t>8th of July 2009?</a:t>
            </a:r>
            <a:endParaRPr/>
          </a:p>
          <a:p>
            <a:pPr marL="0" lvl="0" indent="0" algn="l" rtl="0">
              <a:spcBef>
                <a:spcPts val="0"/>
              </a:spcBef>
              <a:spcAft>
                <a:spcPts val="0"/>
              </a:spcAft>
              <a:buNone/>
            </a:pPr>
            <a:r>
              <a:rPr lang="en">
                <a:solidFill>
                  <a:schemeClr val="dk1"/>
                </a:solidFill>
              </a:rPr>
              <a:t>2007 July 8th?</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g2f71faa3659_0_34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0" name="Google Shape;1170;g2f71faa3659_0_34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https://en.wikipedia.org/wiki/Coordinated_Universal_Time</a:t>
            </a:r>
            <a:endParaRPr/>
          </a:p>
          <a:p>
            <a:pPr marL="0" lvl="0" indent="0" algn="l" rtl="0">
              <a:spcBef>
                <a:spcPts val="0"/>
              </a:spcBef>
              <a:spcAft>
                <a:spcPts val="0"/>
              </a:spcAft>
              <a:buNone/>
            </a:pPr>
            <a:r>
              <a:rPr lang="en"/>
              <a:t>The official abbreviation for Coordinated Universal Time is UTC. This abbreviation comes as a result of the International Telecommunication Union and the International Astronomical Union wanting to use the same abbreviation in all languages. English speakers originally proposed CUT (for "coordinated universal time"), while French speakers proposed TUC (for "temps universel coordonné"). The compromise that emerged was UTC,</a:t>
            </a:r>
            <a:endParaRPr/>
          </a:p>
          <a:p>
            <a:pPr marL="0" lvl="0" indent="0" algn="l" rtl="0">
              <a:spcBef>
                <a:spcPts val="0"/>
              </a:spcBef>
              <a:spcAft>
                <a:spcPts val="0"/>
              </a:spcAft>
              <a:buNone/>
            </a:pPr>
            <a:endParaRPr/>
          </a:p>
          <a:p>
            <a:pPr marL="0" lvl="0" indent="0" algn="l" rtl="0">
              <a:spcBef>
                <a:spcPts val="0"/>
              </a:spcBef>
              <a:spcAft>
                <a:spcPts val="0"/>
              </a:spcAft>
              <a:buNone/>
            </a:pPr>
            <a:r>
              <a:rPr lang="en" sz="1200" b="1">
                <a:solidFill>
                  <a:srgbClr val="202122"/>
                </a:solidFill>
                <a:highlight>
                  <a:srgbClr val="FFFFFF"/>
                </a:highlight>
              </a:rPr>
              <a:t>Coordinated Universal Time</a:t>
            </a:r>
            <a:r>
              <a:rPr lang="en" sz="1200">
                <a:solidFill>
                  <a:srgbClr val="202122"/>
                </a:solidFill>
                <a:highlight>
                  <a:srgbClr val="FFFFFF"/>
                </a:highlight>
              </a:rPr>
              <a:t> (</a:t>
            </a:r>
            <a:r>
              <a:rPr lang="en" sz="1200" b="1">
                <a:solidFill>
                  <a:srgbClr val="202122"/>
                </a:solidFill>
                <a:highlight>
                  <a:srgbClr val="FFFFFF"/>
                </a:highlight>
              </a:rPr>
              <a:t>UTC</a:t>
            </a:r>
            <a:r>
              <a:rPr lang="en" sz="1200">
                <a:solidFill>
                  <a:srgbClr val="202122"/>
                </a:solidFill>
                <a:highlight>
                  <a:srgbClr val="FFFFFF"/>
                </a:highlight>
              </a:rPr>
              <a:t>) is the primary </a:t>
            </a:r>
            <a:r>
              <a:rPr lang="en" sz="1200">
                <a:solidFill>
                  <a:schemeClr val="hlink"/>
                </a:solidFill>
                <a:highlight>
                  <a:srgbClr val="FFFFFF"/>
                </a:highlight>
                <a:uFill>
                  <a:noFill/>
                </a:uFill>
                <a:hlinkClick r:id="rId3"/>
              </a:rPr>
              <a:t>time standard</a:t>
            </a:r>
            <a:r>
              <a:rPr lang="en" sz="1200">
                <a:solidFill>
                  <a:srgbClr val="202122"/>
                </a:solidFill>
                <a:highlight>
                  <a:srgbClr val="FFFFFF"/>
                </a:highlight>
              </a:rPr>
              <a:t> globally used to regulate clocks and time. It establishes a reference for the current time, forming the basis for </a:t>
            </a:r>
            <a:r>
              <a:rPr lang="en" sz="1200">
                <a:solidFill>
                  <a:schemeClr val="hlink"/>
                </a:solidFill>
                <a:highlight>
                  <a:srgbClr val="FFFFFF"/>
                </a:highlight>
                <a:uFill>
                  <a:noFill/>
                </a:uFill>
                <a:hlinkClick r:id="rId4"/>
              </a:rPr>
              <a:t>civil time</a:t>
            </a:r>
            <a:r>
              <a:rPr lang="en" sz="1200">
                <a:solidFill>
                  <a:srgbClr val="202122"/>
                </a:solidFill>
                <a:highlight>
                  <a:srgbClr val="FFFFFF"/>
                </a:highlight>
              </a:rPr>
              <a:t> and </a:t>
            </a:r>
            <a:r>
              <a:rPr lang="en" sz="1200">
                <a:solidFill>
                  <a:schemeClr val="hlink"/>
                </a:solidFill>
                <a:highlight>
                  <a:srgbClr val="FFFFFF"/>
                </a:highlight>
                <a:uFill>
                  <a:noFill/>
                </a:uFill>
                <a:hlinkClick r:id="rId5"/>
              </a:rPr>
              <a:t>time zones</a:t>
            </a:r>
            <a:r>
              <a:rPr lang="en" sz="1200">
                <a:solidFill>
                  <a:srgbClr val="202122"/>
                </a:solidFill>
                <a:highlight>
                  <a:srgbClr val="FFFFFF"/>
                </a:highlight>
              </a:rPr>
              <a:t>. UTC facilitates international communication, navigation, scientific research, and commerce.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7"/>
        <p:cNvGrpSpPr/>
        <p:nvPr/>
      </p:nvGrpSpPr>
      <p:grpSpPr>
        <a:xfrm>
          <a:off x="0" y="0"/>
          <a:ext cx="0" cy="0"/>
          <a:chOff x="0" y="0"/>
          <a:chExt cx="0" cy="0"/>
        </a:xfrm>
      </p:grpSpPr>
      <p:sp>
        <p:nvSpPr>
          <p:cNvPr id="1178" name="Google Shape;1178;g2f71faa3659_0_34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9" name="Google Shape;1179;g2f71faa3659_0_34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4"/>
        <p:cNvGrpSpPr/>
        <p:nvPr/>
      </p:nvGrpSpPr>
      <p:grpSpPr>
        <a:xfrm>
          <a:off x="0" y="0"/>
          <a:ext cx="0" cy="0"/>
          <a:chOff x="0" y="0"/>
          <a:chExt cx="0" cy="0"/>
        </a:xfrm>
      </p:grpSpPr>
      <p:sp>
        <p:nvSpPr>
          <p:cNvPr id="1185" name="Google Shape;1185;g2f71faa3659_0_35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6" name="Google Shape;1186;g2f71faa3659_0_35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3"/>
        <p:cNvGrpSpPr/>
        <p:nvPr/>
      </p:nvGrpSpPr>
      <p:grpSpPr>
        <a:xfrm>
          <a:off x="0" y="0"/>
          <a:ext cx="0" cy="0"/>
          <a:chOff x="0" y="0"/>
          <a:chExt cx="0" cy="0"/>
        </a:xfrm>
      </p:grpSpPr>
      <p:sp>
        <p:nvSpPr>
          <p:cNvPr id="1194" name="Google Shape;1194;g2f71faa3659_0_35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5" name="Google Shape;1195;g2f71faa3659_0_35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2"/>
        <p:cNvGrpSpPr/>
        <p:nvPr/>
      </p:nvGrpSpPr>
      <p:grpSpPr>
        <a:xfrm>
          <a:off x="0" y="0"/>
          <a:ext cx="0" cy="0"/>
          <a:chOff x="0" y="0"/>
          <a:chExt cx="0" cy="0"/>
        </a:xfrm>
      </p:grpSpPr>
      <p:sp>
        <p:nvSpPr>
          <p:cNvPr id="1213" name="Google Shape;1213;g2f71faa3659_0_35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4" name="Google Shape;1214;g2f71faa3659_0_35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a:endParaRPr/>
          </a:p>
        </p:txBody>
      </p:sp>
      <p:sp>
        <p:nvSpPr>
          <p:cNvPr id="12" name="Google Shape;12;p2"/>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7" name="Google Shape;17;p3"/>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no slido">
  <p:cSld name="TITLE_AND_BODY_3">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5" name="Google Shape;25;p5"/>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26" name="Google Shape;26;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27" name="Google Shape;27;p5"/>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28"/>
        <p:cNvGrpSpPr/>
        <p:nvPr/>
      </p:nvGrpSpPr>
      <p:grpSpPr>
        <a:xfrm>
          <a:off x="0" y="0"/>
          <a:ext cx="0" cy="0"/>
          <a:chOff x="0" y="0"/>
          <a:chExt cx="0" cy="0"/>
        </a:xfrm>
      </p:grpSpPr>
      <p:sp>
        <p:nvSpPr>
          <p:cNvPr id="29" name="Google Shape;29;p6"/>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1" name="Google Shape;31;p6"/>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32" name="Google Shape;32;p6"/>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33" name="Google Shape;33;p6"/>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34" name="Google Shape;34;p6"/>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35" name="Google Shape;35;p6"/>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36"/>
        <p:cNvGrpSpPr/>
        <p:nvPr/>
      </p:nvGrpSpPr>
      <p:grpSpPr>
        <a:xfrm>
          <a:off x="0" y="0"/>
          <a:ext cx="0" cy="0"/>
          <a:chOff x="0" y="0"/>
          <a:chExt cx="0" cy="0"/>
        </a:xfrm>
      </p:grpSpPr>
      <p:sp>
        <p:nvSpPr>
          <p:cNvPr id="37" name="Google Shape;37;p7"/>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9" name="Google Shape;39;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0" name="Google Shape;40;p7"/>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1" name="Google Shape;41;p7"/>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42" name="Google Shape;42;p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3" name="Google Shape;43;p7"/>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44"/>
        <p:cNvGrpSpPr/>
        <p:nvPr/>
      </p:nvGrpSpPr>
      <p:grpSpPr>
        <a:xfrm>
          <a:off x="0" y="0"/>
          <a:ext cx="0" cy="0"/>
          <a:chOff x="0" y="0"/>
          <a:chExt cx="0" cy="0"/>
        </a:xfrm>
      </p:grpSpPr>
      <p:sp>
        <p:nvSpPr>
          <p:cNvPr id="45" name="Google Shape;45;p8"/>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8"/>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7" name="Google Shape;47;p8"/>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8" name="Google Shape;48;p8"/>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49" name="Google Shape;49;p8"/>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0" name="Google Shape;50;p8"/>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51" name="Google Shape;51;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2" name="Google Shape;52;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3"/>
        <p:cNvGrpSpPr/>
        <p:nvPr/>
      </p:nvGrpSpPr>
      <p:grpSpPr>
        <a:xfrm>
          <a:off x="0" y="0"/>
          <a:ext cx="0" cy="0"/>
          <a:chOff x="0" y="0"/>
          <a:chExt cx="0" cy="0"/>
        </a:xfrm>
      </p:grpSpPr>
      <p:sp>
        <p:nvSpPr>
          <p:cNvPr id="54" name="Google Shape;54;p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5" name="Google Shape;55;p9"/>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56" name="Google Shape;56;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57" name="Google Shape;57;p9"/>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58" name="Google Shape;58;p9"/>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
        <p:cNvGrpSpPr/>
        <p:nvPr/>
      </p:nvGrpSpPr>
      <p:grpSpPr>
        <a:xfrm>
          <a:off x="0" y="0"/>
          <a:ext cx="0" cy="0"/>
          <a:chOff x="0" y="0"/>
          <a:chExt cx="0" cy="0"/>
        </a:xfrm>
      </p:grpSpPr>
      <p:sp>
        <p:nvSpPr>
          <p:cNvPr id="60" name="Google Shape;60;p1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1" name="Google Shape;6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62" name="Google Shape;62;p10"/>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3"/>
        <p:cNvGrpSpPr/>
        <p:nvPr/>
      </p:nvGrpSpPr>
      <p:grpSpPr>
        <a:xfrm>
          <a:off x="0" y="0"/>
          <a:ext cx="0" cy="0"/>
          <a:chOff x="0" y="0"/>
          <a:chExt cx="0" cy="0"/>
        </a:xfrm>
      </p:grpSpPr>
      <p:sp>
        <p:nvSpPr>
          <p:cNvPr id="64" name="Google Shape;64;p11"/>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65" name="Google Shape;6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66"/>
        <p:cNvGrpSpPr/>
        <p:nvPr/>
      </p:nvGrpSpPr>
      <p:grpSpPr>
        <a:xfrm>
          <a:off x="0" y="0"/>
          <a:ext cx="0" cy="0"/>
          <a:chOff x="0" y="0"/>
          <a:chExt cx="0" cy="0"/>
        </a:xfrm>
      </p:grpSpPr>
      <p:sp>
        <p:nvSpPr>
          <p:cNvPr id="67" name="Google Shape;67;p12"/>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69" name="Google Shape;69;p1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70" name="Google Shape;70;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71" name="Google Shape;71;p12"/>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2"/>
        <p:cNvGrpSpPr/>
        <p:nvPr/>
      </p:nvGrpSpPr>
      <p:grpSpPr>
        <a:xfrm>
          <a:off x="0" y="0"/>
          <a:ext cx="0" cy="0"/>
          <a:chOff x="0" y="0"/>
          <a:chExt cx="0" cy="0"/>
        </a:xfrm>
      </p:grpSpPr>
      <p:sp>
        <p:nvSpPr>
          <p:cNvPr id="73" name="Google Shape;73;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74" name="Google Shape;74;p13"/>
          <p:cNvSpPr txBox="1">
            <a:spLocks noGrp="1"/>
          </p:cNvSpPr>
          <p:nvPr>
            <p:ph type="title"/>
          </p:nvPr>
        </p:nvSpPr>
        <p:spPr>
          <a:xfrm>
            <a:off x="95425" y="4382350"/>
            <a:ext cx="8425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cxnSp>
        <p:nvCxnSpPr>
          <p:cNvPr id="75" name="Google Shape;75;p13"/>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6"/>
        <p:cNvGrpSpPr/>
        <p:nvPr/>
      </p:nvGrpSpPr>
      <p:grpSpPr>
        <a:xfrm>
          <a:off x="0" y="0"/>
          <a:ext cx="0" cy="0"/>
          <a:chOff x="0" y="0"/>
          <a:chExt cx="0" cy="0"/>
        </a:xfrm>
      </p:grpSpPr>
      <p:sp>
        <p:nvSpPr>
          <p:cNvPr id="77" name="Google Shape;77;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78"/>
        <p:cNvGrpSpPr/>
        <p:nvPr/>
      </p:nvGrpSpPr>
      <p:grpSpPr>
        <a:xfrm>
          <a:off x="0" y="0"/>
          <a:ext cx="0" cy="0"/>
          <a:chOff x="0" y="0"/>
          <a:chExt cx="0" cy="0"/>
        </a:xfrm>
      </p:grpSpPr>
      <p:sp>
        <p:nvSpPr>
          <p:cNvPr id="79" name="Google Shape;79;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Top">
  <p:cSld name="TITLE_AND_BODY_1">
    <p:spTree>
      <p:nvGrpSpPr>
        <p:cNvPr id="1" name="Shape 80"/>
        <p:cNvGrpSpPr/>
        <p:nvPr/>
      </p:nvGrpSpPr>
      <p:grpSpPr>
        <a:xfrm>
          <a:off x="0" y="0"/>
          <a:ext cx="0" cy="0"/>
          <a:chOff x="0" y="0"/>
          <a:chExt cx="0" cy="0"/>
        </a:xfrm>
      </p:grpSpPr>
      <p:sp>
        <p:nvSpPr>
          <p:cNvPr id="81" name="Google Shape;81;p16"/>
          <p:cNvSpPr txBox="1">
            <a:spLocks noGrp="1"/>
          </p:cNvSpPr>
          <p:nvPr>
            <p:ph type="title"/>
          </p:nvPr>
        </p:nvSpPr>
        <p:spPr>
          <a:xfrm>
            <a:off x="357188" y="198377"/>
            <a:ext cx="8429700" cy="624000"/>
          </a:xfrm>
          <a:prstGeom prst="rect">
            <a:avLst/>
          </a:prstGeom>
          <a:noFill/>
          <a:ln>
            <a:noFill/>
          </a:ln>
        </p:spPr>
        <p:txBody>
          <a:bodyPr spcFirstLastPara="1" wrap="square" lIns="19050" tIns="19050" rIns="19050" bIns="19050" anchor="ctr" anchorCtr="0">
            <a:noAutofit/>
          </a:bodyPr>
          <a:lstStyle>
            <a:lvl1pPr lvl="0" algn="ctr" rtl="0">
              <a:lnSpc>
                <a:spcPct val="90000"/>
              </a:lnSpc>
              <a:spcBef>
                <a:spcPts val="900"/>
              </a:spcBef>
              <a:spcAft>
                <a:spcPts val="0"/>
              </a:spcAft>
              <a:buClr>
                <a:srgbClr val="013262"/>
              </a:buClr>
              <a:buSzPts val="700"/>
              <a:buNone/>
              <a:defRPr/>
            </a:lvl1pPr>
            <a:lvl2pPr lvl="1" algn="ctr" rtl="0">
              <a:lnSpc>
                <a:spcPct val="90000"/>
              </a:lnSpc>
              <a:spcBef>
                <a:spcPts val="900"/>
              </a:spcBef>
              <a:spcAft>
                <a:spcPts val="0"/>
              </a:spcAft>
              <a:buClr>
                <a:srgbClr val="013262"/>
              </a:buClr>
              <a:buSzPts val="700"/>
              <a:buNone/>
              <a:defRPr/>
            </a:lvl2pPr>
            <a:lvl3pPr lvl="2" algn="ctr" rtl="0">
              <a:lnSpc>
                <a:spcPct val="90000"/>
              </a:lnSpc>
              <a:spcBef>
                <a:spcPts val="900"/>
              </a:spcBef>
              <a:spcAft>
                <a:spcPts val="0"/>
              </a:spcAft>
              <a:buClr>
                <a:srgbClr val="013262"/>
              </a:buClr>
              <a:buSzPts val="700"/>
              <a:buNone/>
              <a:defRPr/>
            </a:lvl3pPr>
            <a:lvl4pPr lvl="3" algn="ctr" rtl="0">
              <a:lnSpc>
                <a:spcPct val="90000"/>
              </a:lnSpc>
              <a:spcBef>
                <a:spcPts val="900"/>
              </a:spcBef>
              <a:spcAft>
                <a:spcPts val="0"/>
              </a:spcAft>
              <a:buClr>
                <a:srgbClr val="013262"/>
              </a:buClr>
              <a:buSzPts val="700"/>
              <a:buNone/>
              <a:defRPr/>
            </a:lvl4pPr>
            <a:lvl5pPr lvl="4" algn="ctr" rtl="0">
              <a:lnSpc>
                <a:spcPct val="90000"/>
              </a:lnSpc>
              <a:spcBef>
                <a:spcPts val="900"/>
              </a:spcBef>
              <a:spcAft>
                <a:spcPts val="0"/>
              </a:spcAft>
              <a:buClr>
                <a:srgbClr val="013262"/>
              </a:buClr>
              <a:buSzPts val="700"/>
              <a:buNone/>
              <a:defRPr/>
            </a:lvl5pPr>
            <a:lvl6pPr lvl="5" algn="ctr" rtl="0">
              <a:lnSpc>
                <a:spcPct val="90000"/>
              </a:lnSpc>
              <a:spcBef>
                <a:spcPts val="900"/>
              </a:spcBef>
              <a:spcAft>
                <a:spcPts val="0"/>
              </a:spcAft>
              <a:buClr>
                <a:srgbClr val="013262"/>
              </a:buClr>
              <a:buSzPts val="700"/>
              <a:buNone/>
              <a:defRPr/>
            </a:lvl6pPr>
            <a:lvl7pPr lvl="6" algn="ctr" rtl="0">
              <a:lnSpc>
                <a:spcPct val="90000"/>
              </a:lnSpc>
              <a:spcBef>
                <a:spcPts val="900"/>
              </a:spcBef>
              <a:spcAft>
                <a:spcPts val="0"/>
              </a:spcAft>
              <a:buClr>
                <a:srgbClr val="013262"/>
              </a:buClr>
              <a:buSzPts val="700"/>
              <a:buNone/>
              <a:defRPr/>
            </a:lvl7pPr>
            <a:lvl8pPr lvl="7" algn="ctr" rtl="0">
              <a:lnSpc>
                <a:spcPct val="90000"/>
              </a:lnSpc>
              <a:spcBef>
                <a:spcPts val="900"/>
              </a:spcBef>
              <a:spcAft>
                <a:spcPts val="0"/>
              </a:spcAft>
              <a:buClr>
                <a:srgbClr val="013262"/>
              </a:buClr>
              <a:buSzPts val="700"/>
              <a:buNone/>
              <a:defRPr/>
            </a:lvl8pPr>
            <a:lvl9pPr lvl="8" algn="ctr" rtl="0">
              <a:lnSpc>
                <a:spcPct val="90000"/>
              </a:lnSpc>
              <a:spcBef>
                <a:spcPts val="900"/>
              </a:spcBef>
              <a:spcAft>
                <a:spcPts val="0"/>
              </a:spcAft>
              <a:buClr>
                <a:srgbClr val="013262"/>
              </a:buClr>
              <a:buSzPts val="700"/>
              <a:buNone/>
              <a:defRPr/>
            </a:lvl9pPr>
          </a:lstStyle>
          <a:p>
            <a:endParaRPr/>
          </a:p>
        </p:txBody>
      </p:sp>
      <p:sp>
        <p:nvSpPr>
          <p:cNvPr id="82" name="Google Shape;82;p16"/>
          <p:cNvSpPr txBox="1">
            <a:spLocks noGrp="1"/>
          </p:cNvSpPr>
          <p:nvPr>
            <p:ph type="sldNum" idx="12"/>
          </p:nvPr>
        </p:nvSpPr>
        <p:spPr>
          <a:xfrm>
            <a:off x="4491037" y="4881563"/>
            <a:ext cx="157200" cy="190500"/>
          </a:xfrm>
          <a:prstGeom prst="rect">
            <a:avLst/>
          </a:prstGeom>
          <a:noFill/>
          <a:ln>
            <a:noFill/>
          </a:ln>
        </p:spPr>
        <p:txBody>
          <a:bodyPr spcFirstLastPara="1" wrap="square" lIns="19050" tIns="19050" rIns="19050" bIns="19050" anchor="t" anchorCtr="0">
            <a:noAutofit/>
          </a:bodyPr>
          <a:lstStyle>
            <a:lvl1pPr marL="0" lvl="0"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1pPr>
            <a:lvl2pPr marL="0" lvl="1"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2pPr>
            <a:lvl3pPr marL="0" lvl="2"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3pPr>
            <a:lvl4pPr marL="0" lvl="3"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4pPr>
            <a:lvl5pPr marL="0" lvl="4"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5pPr>
            <a:lvl6pPr marL="0" lvl="5"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6pPr>
            <a:lvl7pPr marL="0" lvl="6"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7pPr>
            <a:lvl8pPr marL="0" lvl="7"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8pPr>
            <a:lvl9pPr marL="0" lvl="8"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9pPr>
          </a:lstStyle>
          <a:p>
            <a:pPr marL="0" lvl="0" indent="0" algn="ctr" rtl="0">
              <a:spcBef>
                <a:spcPts val="0"/>
              </a:spcBef>
              <a:spcAft>
                <a:spcPts val="0"/>
              </a:spcAft>
              <a:buNone/>
            </a:pPr>
            <a:fld id="{00000000-1234-1234-1234-123412341234}" type="slidenum">
              <a:rPr lang="en"/>
              <a:t>‹#›</a:t>
            </a:fld>
            <a:endParaRPr sz="1000">
              <a:solidFill>
                <a:schemeClr val="dk1"/>
              </a:solidFill>
              <a:latin typeface="Roboto"/>
              <a:ea typeface="Roboto"/>
              <a:cs typeface="Roboto"/>
              <a:sym typeface="Robot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Top 1">
  <p:cSld name="TITLE_AND_BODY_2">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357188" y="198377"/>
            <a:ext cx="8429700" cy="624000"/>
          </a:xfrm>
          <a:prstGeom prst="rect">
            <a:avLst/>
          </a:prstGeom>
          <a:noFill/>
          <a:ln>
            <a:noFill/>
          </a:ln>
        </p:spPr>
        <p:txBody>
          <a:bodyPr spcFirstLastPara="1" wrap="square" lIns="19050" tIns="19050" rIns="19050" bIns="19050" anchor="ctr" anchorCtr="0">
            <a:noAutofit/>
          </a:bodyPr>
          <a:lstStyle>
            <a:lvl1pPr lvl="0" algn="ctr" rtl="0">
              <a:lnSpc>
                <a:spcPct val="90000"/>
              </a:lnSpc>
              <a:spcBef>
                <a:spcPts val="900"/>
              </a:spcBef>
              <a:spcAft>
                <a:spcPts val="0"/>
              </a:spcAft>
              <a:buClr>
                <a:srgbClr val="013262"/>
              </a:buClr>
              <a:buSzPts val="700"/>
              <a:buNone/>
              <a:defRPr/>
            </a:lvl1pPr>
            <a:lvl2pPr lvl="1" algn="ctr" rtl="0">
              <a:lnSpc>
                <a:spcPct val="90000"/>
              </a:lnSpc>
              <a:spcBef>
                <a:spcPts val="900"/>
              </a:spcBef>
              <a:spcAft>
                <a:spcPts val="0"/>
              </a:spcAft>
              <a:buClr>
                <a:srgbClr val="013262"/>
              </a:buClr>
              <a:buSzPts val="700"/>
              <a:buNone/>
              <a:defRPr/>
            </a:lvl2pPr>
            <a:lvl3pPr lvl="2" algn="ctr" rtl="0">
              <a:lnSpc>
                <a:spcPct val="90000"/>
              </a:lnSpc>
              <a:spcBef>
                <a:spcPts val="900"/>
              </a:spcBef>
              <a:spcAft>
                <a:spcPts val="0"/>
              </a:spcAft>
              <a:buClr>
                <a:srgbClr val="013262"/>
              </a:buClr>
              <a:buSzPts val="700"/>
              <a:buNone/>
              <a:defRPr/>
            </a:lvl3pPr>
            <a:lvl4pPr lvl="3" algn="ctr" rtl="0">
              <a:lnSpc>
                <a:spcPct val="90000"/>
              </a:lnSpc>
              <a:spcBef>
                <a:spcPts val="900"/>
              </a:spcBef>
              <a:spcAft>
                <a:spcPts val="0"/>
              </a:spcAft>
              <a:buClr>
                <a:srgbClr val="013262"/>
              </a:buClr>
              <a:buSzPts val="700"/>
              <a:buNone/>
              <a:defRPr/>
            </a:lvl4pPr>
            <a:lvl5pPr lvl="4" algn="ctr" rtl="0">
              <a:lnSpc>
                <a:spcPct val="90000"/>
              </a:lnSpc>
              <a:spcBef>
                <a:spcPts val="900"/>
              </a:spcBef>
              <a:spcAft>
                <a:spcPts val="0"/>
              </a:spcAft>
              <a:buClr>
                <a:srgbClr val="013262"/>
              </a:buClr>
              <a:buSzPts val="700"/>
              <a:buNone/>
              <a:defRPr/>
            </a:lvl5pPr>
            <a:lvl6pPr lvl="5" algn="ctr" rtl="0">
              <a:lnSpc>
                <a:spcPct val="90000"/>
              </a:lnSpc>
              <a:spcBef>
                <a:spcPts val="900"/>
              </a:spcBef>
              <a:spcAft>
                <a:spcPts val="0"/>
              </a:spcAft>
              <a:buClr>
                <a:srgbClr val="013262"/>
              </a:buClr>
              <a:buSzPts val="700"/>
              <a:buNone/>
              <a:defRPr/>
            </a:lvl6pPr>
            <a:lvl7pPr lvl="6" algn="ctr" rtl="0">
              <a:lnSpc>
                <a:spcPct val="90000"/>
              </a:lnSpc>
              <a:spcBef>
                <a:spcPts val="900"/>
              </a:spcBef>
              <a:spcAft>
                <a:spcPts val="0"/>
              </a:spcAft>
              <a:buClr>
                <a:srgbClr val="013262"/>
              </a:buClr>
              <a:buSzPts val="700"/>
              <a:buNone/>
              <a:defRPr/>
            </a:lvl7pPr>
            <a:lvl8pPr lvl="7" algn="ctr" rtl="0">
              <a:lnSpc>
                <a:spcPct val="90000"/>
              </a:lnSpc>
              <a:spcBef>
                <a:spcPts val="900"/>
              </a:spcBef>
              <a:spcAft>
                <a:spcPts val="0"/>
              </a:spcAft>
              <a:buClr>
                <a:srgbClr val="013262"/>
              </a:buClr>
              <a:buSzPts val="700"/>
              <a:buNone/>
              <a:defRPr/>
            </a:lvl8pPr>
            <a:lvl9pPr lvl="8" algn="ctr" rtl="0">
              <a:lnSpc>
                <a:spcPct val="90000"/>
              </a:lnSpc>
              <a:spcBef>
                <a:spcPts val="900"/>
              </a:spcBef>
              <a:spcAft>
                <a:spcPts val="0"/>
              </a:spcAft>
              <a:buClr>
                <a:srgbClr val="013262"/>
              </a:buClr>
              <a:buSzPts val="700"/>
              <a:buNone/>
              <a:defRPr/>
            </a:lvl9pPr>
          </a:lstStyle>
          <a:p>
            <a:endParaRPr/>
          </a:p>
        </p:txBody>
      </p:sp>
      <p:sp>
        <p:nvSpPr>
          <p:cNvPr id="85" name="Google Shape;85;p17"/>
          <p:cNvSpPr txBox="1">
            <a:spLocks noGrp="1"/>
          </p:cNvSpPr>
          <p:nvPr>
            <p:ph type="sldNum" idx="12"/>
          </p:nvPr>
        </p:nvSpPr>
        <p:spPr>
          <a:xfrm>
            <a:off x="4491037" y="4881563"/>
            <a:ext cx="157200" cy="190500"/>
          </a:xfrm>
          <a:prstGeom prst="rect">
            <a:avLst/>
          </a:prstGeom>
          <a:noFill/>
          <a:ln>
            <a:noFill/>
          </a:ln>
        </p:spPr>
        <p:txBody>
          <a:bodyPr spcFirstLastPara="1" wrap="square" lIns="19050" tIns="19050" rIns="19050" bIns="19050" anchor="t" anchorCtr="0">
            <a:noAutofit/>
          </a:bodyPr>
          <a:lstStyle>
            <a:lvl1pPr marL="0" lvl="0"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1pPr>
            <a:lvl2pPr marL="0" lvl="1"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2pPr>
            <a:lvl3pPr marL="0" lvl="2"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3pPr>
            <a:lvl4pPr marL="0" lvl="3"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4pPr>
            <a:lvl5pPr marL="0" lvl="4"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5pPr>
            <a:lvl6pPr marL="0" lvl="5"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6pPr>
            <a:lvl7pPr marL="0" lvl="6"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7pPr>
            <a:lvl8pPr marL="0" lvl="7"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8pPr>
            <a:lvl9pPr marL="0" lvl="8"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9pPr>
          </a:lstStyle>
          <a:p>
            <a:pPr marL="0" lvl="0" indent="0" algn="ctr" rtl="0">
              <a:spcBef>
                <a:spcPts val="0"/>
              </a:spcBef>
              <a:spcAft>
                <a:spcPts val="0"/>
              </a:spcAft>
              <a:buNone/>
            </a:pPr>
            <a:fld id="{00000000-1234-1234-1234-123412341234}" type="slidenum">
              <a:rPr lang="en"/>
              <a:t>‹#›</a:t>
            </a:fld>
            <a:endParaRPr sz="1000">
              <a:solidFill>
                <a:schemeClr val="dk1"/>
              </a:solidFill>
              <a:latin typeface="Roboto"/>
              <a:ea typeface="Roboto"/>
              <a:cs typeface="Roboto"/>
              <a:sym typeface="Robot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6"/>
        <p:cNvGrpSpPr/>
        <p:nvPr/>
      </p:nvGrpSpPr>
      <p:grpSpPr>
        <a:xfrm>
          <a:off x="0" y="0"/>
          <a:ext cx="0" cy="0"/>
          <a:chOff x="0" y="0"/>
          <a:chExt cx="0" cy="0"/>
        </a:xfrm>
      </p:grpSpPr>
      <p:sp>
        <p:nvSpPr>
          <p:cNvPr id="87" name="Google Shape;87;p1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8" name="Google Shape;88;p18"/>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89" name="Google Shape;89;p1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90" name="Google Shape;90;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91" name="Google Shape;91;p1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4" name="Google Shape;94;p19"/>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95" name="Google Shape;95;p19"/>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96" name="Google Shape;96;p1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97" name="Google Shape;97;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98" name="Google Shape;98;p1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1">
  <p:cSld name="Caption">
    <p:spTree>
      <p:nvGrpSpPr>
        <p:cNvPr id="1" name="Shape 99"/>
        <p:cNvGrpSpPr/>
        <p:nvPr/>
      </p:nvGrpSpPr>
      <p:grpSpPr>
        <a:xfrm>
          <a:off x="0" y="0"/>
          <a:ext cx="0" cy="0"/>
          <a:chOff x="0" y="0"/>
          <a:chExt cx="0" cy="0"/>
        </a:xfrm>
      </p:grpSpPr>
      <p:sp>
        <p:nvSpPr>
          <p:cNvPr id="100" name="Google Shape;100;p20"/>
          <p:cNvSpPr txBox="1">
            <a:spLocks noGrp="1"/>
          </p:cNvSpPr>
          <p:nvPr>
            <p:ph type="body" idx="1"/>
          </p:nvPr>
        </p:nvSpPr>
        <p:spPr>
          <a:xfrm>
            <a:off x="311700" y="4230575"/>
            <a:ext cx="5998800" cy="605100"/>
          </a:xfrm>
          <a:prstGeom prst="rect">
            <a:avLst/>
          </a:prstGeom>
          <a:noFill/>
          <a:ln>
            <a:noFill/>
          </a:ln>
        </p:spPr>
        <p:txBody>
          <a:bodyPr spcFirstLastPara="1" wrap="square" lIns="68575" tIns="68575" rIns="68575" bIns="68575" anchor="ctr" anchorCtr="0">
            <a:noAutofit/>
          </a:bodyPr>
          <a:lstStyle>
            <a:lvl1pPr marL="457200" lvl="0" indent="-228600" algn="l" rtl="0">
              <a:lnSpc>
                <a:spcPct val="100000"/>
              </a:lnSpc>
              <a:spcBef>
                <a:spcPts val="0"/>
              </a:spcBef>
              <a:spcAft>
                <a:spcPts val="0"/>
              </a:spcAft>
              <a:buClr>
                <a:schemeClr val="dk1"/>
              </a:buClr>
              <a:buSzPts val="1400"/>
              <a:buNone/>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101" name="Google Shape;101;p20"/>
          <p:cNvSpPr txBox="1">
            <a:spLocks noGrp="1"/>
          </p:cNvSpPr>
          <p:nvPr>
            <p:ph type="sldNum" idx="12"/>
          </p:nvPr>
        </p:nvSpPr>
        <p:spPr>
          <a:xfrm>
            <a:off x="8472458" y="4663217"/>
            <a:ext cx="548700" cy="393600"/>
          </a:xfrm>
          <a:prstGeom prst="rect">
            <a:avLst/>
          </a:prstGeom>
          <a:noFill/>
          <a:ln>
            <a:noFill/>
          </a:ln>
        </p:spPr>
        <p:txBody>
          <a:bodyPr spcFirstLastPara="1" wrap="square" lIns="68575" tIns="68575" rIns="68575" bIns="68575" anchor="ctr" anchorCtr="0">
            <a:noAutofit/>
          </a:bodyPr>
          <a:lstStyle>
            <a:lvl1pPr marL="0" marR="0" lvl="0" indent="0" algn="r" rtl="0">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marR="0" lvl="1" indent="0" algn="r" rtl="0">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marR="0" lvl="2" indent="0" algn="r" rtl="0">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marR="0" lvl="3" indent="0" algn="r" rtl="0">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marR="0" lvl="4" indent="0" algn="r" rtl="0">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marR="0" lvl="5" indent="0" algn="r" rtl="0">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marR="0" lvl="6" indent="0" algn="r" rtl="0">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marR="0" lvl="7" indent="0" algn="r" rtl="0">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marR="0" lvl="8" indent="0" algn="r" rtl="0">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oadmap 1">
  <p:cSld name="SECTION_TITLE_AND_DESCRIPTION_1_1">
    <p:spTree>
      <p:nvGrpSpPr>
        <p:cNvPr id="1" name="Shape 102"/>
        <p:cNvGrpSpPr/>
        <p:nvPr/>
      </p:nvGrpSpPr>
      <p:grpSpPr>
        <a:xfrm>
          <a:off x="0" y="0"/>
          <a:ext cx="0" cy="0"/>
          <a:chOff x="0" y="0"/>
          <a:chExt cx="0" cy="0"/>
        </a:xfrm>
      </p:grpSpPr>
      <p:sp>
        <p:nvSpPr>
          <p:cNvPr id="103" name="Google Shape;103;p21"/>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21"/>
          <p:cNvSpPr txBox="1">
            <a:spLocks noGrp="1"/>
          </p:cNvSpPr>
          <p:nvPr>
            <p:ph type="body" idx="1"/>
          </p:nvPr>
        </p:nvSpPr>
        <p:spPr>
          <a:xfrm>
            <a:off x="4812375" y="402198"/>
            <a:ext cx="3999900" cy="4260900"/>
          </a:xfrm>
          <a:prstGeom prst="rect">
            <a:avLst/>
          </a:prstGeom>
          <a:noFill/>
          <a:ln>
            <a:noFill/>
          </a:ln>
        </p:spPr>
        <p:txBody>
          <a:bodyPr spcFirstLastPara="1" wrap="square" lIns="91425" tIns="91425" rIns="91425" bIns="91425" anchor="ctr" anchorCtr="0">
            <a:noAutofit/>
          </a:bodyPr>
          <a:lstStyle>
            <a:lvl1pPr marL="457200" lvl="0" indent="-330200" algn="l" rtl="0">
              <a:lnSpc>
                <a:spcPct val="100000"/>
              </a:lnSpc>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algn="l" rtl="0">
              <a:lnSpc>
                <a:spcPct val="100000"/>
              </a:lnSpc>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algn="l" rtl="0">
              <a:lnSpc>
                <a:spcPct val="100000"/>
              </a:lnSpc>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algn="l" rtl="0">
              <a:lnSpc>
                <a:spcPct val="100000"/>
              </a:lnSpc>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algn="l" rtl="0">
              <a:lnSpc>
                <a:spcPct val="100000"/>
              </a:lnSpc>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algn="l" rtl="0">
              <a:lnSpc>
                <a:spcPct val="100000"/>
              </a:lnSpc>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algn="l" rtl="0">
              <a:lnSpc>
                <a:spcPct val="100000"/>
              </a:lnSpc>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algn="l" rtl="0">
              <a:lnSpc>
                <a:spcPct val="100000"/>
              </a:lnSpc>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algn="l" rtl="0">
              <a:lnSpc>
                <a:spcPct val="100000"/>
              </a:lnSpc>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106" name="Google Shape;106;p21"/>
          <p:cNvPicPr preferRelativeResize="0"/>
          <p:nvPr/>
        </p:nvPicPr>
        <p:blipFill rotWithShape="1">
          <a:blip r:embed="rId2">
            <a:alphaModFix/>
          </a:blip>
          <a:srcRect/>
          <a:stretch/>
        </p:blipFill>
        <p:spPr>
          <a:xfrm>
            <a:off x="0" y="4983478"/>
            <a:ext cx="457200" cy="160022"/>
          </a:xfrm>
          <a:prstGeom prst="rect">
            <a:avLst/>
          </a:prstGeom>
          <a:noFill/>
          <a:ln>
            <a:noFill/>
          </a:ln>
        </p:spPr>
      </p:pic>
      <p:sp>
        <p:nvSpPr>
          <p:cNvPr id="107" name="Google Shape;107;p21"/>
          <p:cNvSpPr txBox="1">
            <a:spLocks noGrp="1"/>
          </p:cNvSpPr>
          <p:nvPr>
            <p:ph type="title"/>
          </p:nvPr>
        </p:nvSpPr>
        <p:spPr>
          <a:xfrm>
            <a:off x="177925" y="2003300"/>
            <a:ext cx="4038000" cy="2037900"/>
          </a:xfrm>
          <a:prstGeom prst="rect">
            <a:avLst/>
          </a:prstGeom>
          <a:noFill/>
          <a:ln>
            <a:noFill/>
          </a:ln>
        </p:spPr>
        <p:txBody>
          <a:bodyPr spcFirstLastPara="1" wrap="square" lIns="91425" tIns="91425" rIns="91425" bIns="91425" anchor="b" anchorCtr="0">
            <a:noAutofit/>
          </a:bodyPr>
          <a:lstStyle>
            <a:lvl1pPr lvl="0" algn="l" rtl="0">
              <a:lnSpc>
                <a:spcPct val="100000"/>
              </a:lnSpc>
              <a:spcBef>
                <a:spcPts val="0"/>
              </a:spcBef>
              <a:spcAft>
                <a:spcPts val="0"/>
              </a:spcAft>
              <a:buSzPts val="3600"/>
              <a:buNone/>
              <a:defRPr sz="3600"/>
            </a:lvl1pPr>
            <a:lvl2pPr lvl="1" algn="l" rtl="0">
              <a:lnSpc>
                <a:spcPct val="100000"/>
              </a:lnSpc>
              <a:spcBef>
                <a:spcPts val="0"/>
              </a:spcBef>
              <a:spcAft>
                <a:spcPts val="0"/>
              </a:spcAft>
              <a:buSzPts val="3600"/>
              <a:buNone/>
              <a:defRPr sz="3600"/>
            </a:lvl2pPr>
            <a:lvl3pPr lvl="2" algn="l" rtl="0">
              <a:lnSpc>
                <a:spcPct val="100000"/>
              </a:lnSpc>
              <a:spcBef>
                <a:spcPts val="0"/>
              </a:spcBef>
              <a:spcAft>
                <a:spcPts val="0"/>
              </a:spcAft>
              <a:buSzPts val="3600"/>
              <a:buNone/>
              <a:defRPr sz="3600"/>
            </a:lvl3pPr>
            <a:lvl4pPr lvl="3" algn="l" rtl="0">
              <a:lnSpc>
                <a:spcPct val="100000"/>
              </a:lnSpc>
              <a:spcBef>
                <a:spcPts val="0"/>
              </a:spcBef>
              <a:spcAft>
                <a:spcPts val="0"/>
              </a:spcAft>
              <a:buSzPts val="3600"/>
              <a:buNone/>
              <a:defRPr sz="3600"/>
            </a:lvl4pPr>
            <a:lvl5pPr lvl="4" algn="l" rtl="0">
              <a:lnSpc>
                <a:spcPct val="100000"/>
              </a:lnSpc>
              <a:spcBef>
                <a:spcPts val="0"/>
              </a:spcBef>
              <a:spcAft>
                <a:spcPts val="0"/>
              </a:spcAft>
              <a:buSzPts val="3600"/>
              <a:buNone/>
              <a:defRPr sz="3600"/>
            </a:lvl5pPr>
            <a:lvl6pPr lvl="5" algn="l" rtl="0">
              <a:lnSpc>
                <a:spcPct val="100000"/>
              </a:lnSpc>
              <a:spcBef>
                <a:spcPts val="0"/>
              </a:spcBef>
              <a:spcAft>
                <a:spcPts val="0"/>
              </a:spcAft>
              <a:buSzPts val="3600"/>
              <a:buNone/>
              <a:defRPr sz="3600"/>
            </a:lvl6pPr>
            <a:lvl7pPr lvl="6" algn="l" rtl="0">
              <a:lnSpc>
                <a:spcPct val="100000"/>
              </a:lnSpc>
              <a:spcBef>
                <a:spcPts val="0"/>
              </a:spcBef>
              <a:spcAft>
                <a:spcPts val="0"/>
              </a:spcAft>
              <a:buSzPts val="3600"/>
              <a:buNone/>
              <a:defRPr sz="3600"/>
            </a:lvl7pPr>
            <a:lvl8pPr lvl="7" algn="l" rtl="0">
              <a:lnSpc>
                <a:spcPct val="100000"/>
              </a:lnSpc>
              <a:spcBef>
                <a:spcPts val="0"/>
              </a:spcBef>
              <a:spcAft>
                <a:spcPts val="0"/>
              </a:spcAft>
              <a:buSzPts val="3600"/>
              <a:buNone/>
              <a:defRPr sz="3600"/>
            </a:lvl8pPr>
            <a:lvl9pPr lvl="8" algn="l" rtl="0">
              <a:lnSpc>
                <a:spcPct val="100000"/>
              </a:lnSpc>
              <a:spcBef>
                <a:spcPts val="0"/>
              </a:spcBef>
              <a:spcAft>
                <a:spcPts val="0"/>
              </a:spcAft>
              <a:buSzPts val="3600"/>
              <a:buNone/>
              <a:defRPr sz="3600"/>
            </a:lvl9pPr>
          </a:lstStyle>
          <a:p>
            <a:endParaRPr/>
          </a:p>
        </p:txBody>
      </p:sp>
      <p:cxnSp>
        <p:nvCxnSpPr>
          <p:cNvPr id="108" name="Google Shape;108;p21"/>
          <p:cNvCxnSpPr/>
          <p:nvPr/>
        </p:nvCxnSpPr>
        <p:spPr>
          <a:xfrm>
            <a:off x="266975" y="4049175"/>
            <a:ext cx="4038000" cy="0"/>
          </a:xfrm>
          <a:prstGeom prst="straightConnector1">
            <a:avLst/>
          </a:prstGeom>
          <a:noFill/>
          <a:ln w="19050" cap="flat" cmpd="sng">
            <a:solidFill>
              <a:srgbClr val="BF9000"/>
            </a:solidFill>
            <a:prstDash val="solid"/>
            <a:round/>
            <a:headEnd type="none" w="sm" len="sm"/>
            <a:tailEnd type="none" w="sm" len="sm"/>
          </a:ln>
        </p:spPr>
      </p:cxnSp>
      <p:sp>
        <p:nvSpPr>
          <p:cNvPr id="109" name="Google Shape;109;p21"/>
          <p:cNvSpPr txBox="1">
            <a:spLocks noGrp="1"/>
          </p:cNvSpPr>
          <p:nvPr>
            <p:ph type="subTitle" idx="2"/>
          </p:nvPr>
        </p:nvSpPr>
        <p:spPr>
          <a:xfrm>
            <a:off x="177925" y="4068000"/>
            <a:ext cx="4158000" cy="3936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600"/>
              </a:spcBef>
              <a:spcAft>
                <a:spcPts val="0"/>
              </a:spcAft>
              <a:buSzPts val="1600"/>
              <a:buNone/>
              <a:defRPr/>
            </a:lvl1pPr>
            <a:lvl2pPr lvl="1" algn="l" rtl="0">
              <a:lnSpc>
                <a:spcPct val="100000"/>
              </a:lnSpc>
              <a:spcBef>
                <a:spcPts val="600"/>
              </a:spcBef>
              <a:spcAft>
                <a:spcPts val="0"/>
              </a:spcAft>
              <a:buSzPts val="2100"/>
              <a:buNone/>
              <a:defRPr sz="2100"/>
            </a:lvl2pPr>
            <a:lvl3pPr lvl="2" algn="l" rtl="0">
              <a:lnSpc>
                <a:spcPct val="100000"/>
              </a:lnSpc>
              <a:spcBef>
                <a:spcPts val="600"/>
              </a:spcBef>
              <a:spcAft>
                <a:spcPts val="0"/>
              </a:spcAft>
              <a:buSzPts val="2100"/>
              <a:buNone/>
              <a:defRPr sz="2100"/>
            </a:lvl3pPr>
            <a:lvl4pPr lvl="3" algn="l" rtl="0">
              <a:lnSpc>
                <a:spcPct val="100000"/>
              </a:lnSpc>
              <a:spcBef>
                <a:spcPts val="600"/>
              </a:spcBef>
              <a:spcAft>
                <a:spcPts val="0"/>
              </a:spcAft>
              <a:buSzPts val="2100"/>
              <a:buNone/>
              <a:defRPr sz="2100"/>
            </a:lvl4pPr>
            <a:lvl5pPr lvl="4" algn="l" rtl="0">
              <a:lnSpc>
                <a:spcPct val="100000"/>
              </a:lnSpc>
              <a:spcBef>
                <a:spcPts val="600"/>
              </a:spcBef>
              <a:spcAft>
                <a:spcPts val="0"/>
              </a:spcAft>
              <a:buSzPts val="2100"/>
              <a:buNone/>
              <a:defRPr sz="2100"/>
            </a:lvl5pPr>
            <a:lvl6pPr lvl="5" algn="l" rtl="0">
              <a:lnSpc>
                <a:spcPct val="100000"/>
              </a:lnSpc>
              <a:spcBef>
                <a:spcPts val="600"/>
              </a:spcBef>
              <a:spcAft>
                <a:spcPts val="0"/>
              </a:spcAft>
              <a:buSzPts val="2100"/>
              <a:buNone/>
              <a:defRPr sz="2100"/>
            </a:lvl6pPr>
            <a:lvl7pPr lvl="6" algn="l" rtl="0">
              <a:lnSpc>
                <a:spcPct val="100000"/>
              </a:lnSpc>
              <a:spcBef>
                <a:spcPts val="600"/>
              </a:spcBef>
              <a:spcAft>
                <a:spcPts val="0"/>
              </a:spcAft>
              <a:buSzPts val="2100"/>
              <a:buNone/>
              <a:defRPr sz="2100"/>
            </a:lvl7pPr>
            <a:lvl8pPr lvl="7" algn="l" rtl="0">
              <a:lnSpc>
                <a:spcPct val="100000"/>
              </a:lnSpc>
              <a:spcBef>
                <a:spcPts val="600"/>
              </a:spcBef>
              <a:spcAft>
                <a:spcPts val="0"/>
              </a:spcAft>
              <a:buSzPts val="2100"/>
              <a:buNone/>
              <a:defRPr sz="2100"/>
            </a:lvl8pPr>
            <a:lvl9pPr lvl="8" algn="l"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10"/>
        <p:cNvGrpSpPr/>
        <p:nvPr/>
      </p:nvGrpSpPr>
      <p:grpSpPr>
        <a:xfrm>
          <a:off x="0" y="0"/>
          <a:ext cx="0" cy="0"/>
          <a:chOff x="0" y="0"/>
          <a:chExt cx="0" cy="0"/>
        </a:xfrm>
      </p:grpSpPr>
      <p:sp>
        <p:nvSpPr>
          <p:cNvPr id="111" name="Google Shape;111;p22"/>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3" name="Google Shape;113;p22"/>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114" name="Google Shape;114;p22"/>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115" name="Google Shape;115;p22"/>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16" name="Google Shape;116;p22"/>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117" name="Google Shape;117;p22"/>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3"/>
        <p:cNvGrpSpPr/>
        <p:nvPr/>
      </p:nvGrpSpPr>
      <p:grpSpPr>
        <a:xfrm>
          <a:off x="0" y="0"/>
          <a:ext cx="0" cy="0"/>
          <a:chOff x="0" y="0"/>
          <a:chExt cx="0" cy="0"/>
        </a:xfrm>
      </p:grpSpPr>
      <p:sp>
        <p:nvSpPr>
          <p:cNvPr id="124" name="Google Shape;124;p2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a:endParaRPr/>
          </a:p>
        </p:txBody>
      </p:sp>
      <p:sp>
        <p:nvSpPr>
          <p:cNvPr id="125" name="Google Shape;125;p24"/>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
        <p:nvSpPr>
          <p:cNvPr id="126" name="Google Shape;126;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7"/>
        <p:cNvGrpSpPr/>
        <p:nvPr/>
      </p:nvGrpSpPr>
      <p:grpSpPr>
        <a:xfrm>
          <a:off x="0" y="0"/>
          <a:ext cx="0" cy="0"/>
          <a:chOff x="0" y="0"/>
          <a:chExt cx="0" cy="0"/>
        </a:xfrm>
      </p:grpSpPr>
      <p:sp>
        <p:nvSpPr>
          <p:cNvPr id="128" name="Google Shape;128;p2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9" name="Google Shape;129;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0" name="Google Shape;130;p25"/>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1"/>
        <p:cNvGrpSpPr/>
        <p:nvPr/>
      </p:nvGrpSpPr>
      <p:grpSpPr>
        <a:xfrm>
          <a:off x="0" y="0"/>
          <a:ext cx="0" cy="0"/>
          <a:chOff x="0" y="0"/>
          <a:chExt cx="0" cy="0"/>
        </a:xfrm>
      </p:grpSpPr>
      <p:sp>
        <p:nvSpPr>
          <p:cNvPr id="132" name="Google Shape;132;p2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3" name="Google Shape;133;p26"/>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134" name="Google Shape;134;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135" name="Google Shape;135;p26"/>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136"/>
        <p:cNvGrpSpPr/>
        <p:nvPr/>
      </p:nvGrpSpPr>
      <p:grpSpPr>
        <a:xfrm>
          <a:off x="0" y="0"/>
          <a:ext cx="0" cy="0"/>
          <a:chOff x="0" y="0"/>
          <a:chExt cx="0" cy="0"/>
        </a:xfrm>
      </p:grpSpPr>
      <p:sp>
        <p:nvSpPr>
          <p:cNvPr id="137" name="Google Shape;137;p27"/>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9" name="Google Shape;139;p27"/>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140" name="Google Shape;140;p2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41" name="Google Shape;141;p27"/>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142" name="Google Shape;142;p27"/>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143" name="Google Shape;143;p27"/>
          <p:cNvSpPr txBox="1"/>
          <p:nvPr/>
        </p:nvSpPr>
        <p:spPr>
          <a:xfrm>
            <a:off x="177925" y="4068000"/>
            <a:ext cx="4158000" cy="393600"/>
          </a:xfrm>
          <a:prstGeom prst="rect">
            <a:avLst/>
          </a:prstGeom>
          <a:noFill/>
          <a:ln>
            <a:noFill/>
          </a:ln>
        </p:spPr>
        <p:txBody>
          <a:bodyPr spcFirstLastPara="1" wrap="square" lIns="91425" tIns="91425" rIns="91425" bIns="91425" anchor="ctr" anchorCtr="0">
            <a:noAutofit/>
          </a:bodyPr>
          <a:lstStyle/>
          <a:p>
            <a:pPr marL="0" lvl="0" indent="0" algn="l" rtl="0">
              <a:spcBef>
                <a:spcPts val="600"/>
              </a:spcBef>
              <a:spcAft>
                <a:spcPts val="0"/>
              </a:spcAft>
              <a:buNone/>
            </a:pPr>
            <a:r>
              <a:rPr lang="en" sz="1600">
                <a:latin typeface="Roboto Light"/>
                <a:ea typeface="Roboto Light"/>
                <a:cs typeface="Roboto Light"/>
                <a:sym typeface="Roboto Light"/>
              </a:rPr>
              <a:t>Lecture 5</a:t>
            </a:r>
            <a:r>
              <a:rPr lang="en" sz="1600">
                <a:solidFill>
                  <a:srgbClr val="000000"/>
                </a:solidFill>
                <a:latin typeface="Roboto Light"/>
                <a:ea typeface="Roboto Light"/>
                <a:cs typeface="Roboto Light"/>
                <a:sym typeface="Roboto Light"/>
              </a:rPr>
              <a:t>, Data 100 </a:t>
            </a:r>
            <a:r>
              <a:rPr lang="en" sz="1600">
                <a:latin typeface="Roboto Light"/>
                <a:ea typeface="Roboto Light"/>
                <a:cs typeface="Roboto Light"/>
                <a:sym typeface="Roboto Light"/>
              </a:rPr>
              <a:t>Fall</a:t>
            </a:r>
            <a:r>
              <a:rPr lang="en" sz="1600">
                <a:solidFill>
                  <a:srgbClr val="000000"/>
                </a:solidFill>
                <a:latin typeface="Roboto Light"/>
                <a:ea typeface="Roboto Light"/>
                <a:cs typeface="Roboto Light"/>
                <a:sym typeface="Roboto Light"/>
              </a:rPr>
              <a:t> 2023</a:t>
            </a:r>
            <a:endParaRPr sz="1600">
              <a:solidFill>
                <a:srgbClr val="000000"/>
              </a:solidFill>
              <a:latin typeface="Roboto Light"/>
              <a:ea typeface="Roboto Light"/>
              <a:cs typeface="Roboto Light"/>
              <a:sym typeface="Roboto Light"/>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144"/>
        <p:cNvGrpSpPr/>
        <p:nvPr/>
      </p:nvGrpSpPr>
      <p:grpSpPr>
        <a:xfrm>
          <a:off x="0" y="0"/>
          <a:ext cx="0" cy="0"/>
          <a:chOff x="0" y="0"/>
          <a:chExt cx="0" cy="0"/>
        </a:xfrm>
      </p:grpSpPr>
      <p:sp>
        <p:nvSpPr>
          <p:cNvPr id="145" name="Google Shape;145;p28"/>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8"/>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47" name="Google Shape;147;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48" name="Google Shape;148;p28"/>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149" name="Google Shape;149;p28"/>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150" name="Google Shape;150;p2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151" name="Google Shape;151;p28"/>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152"/>
        <p:cNvGrpSpPr/>
        <p:nvPr/>
      </p:nvGrpSpPr>
      <p:grpSpPr>
        <a:xfrm>
          <a:off x="0" y="0"/>
          <a:ext cx="0" cy="0"/>
          <a:chOff x="0" y="0"/>
          <a:chExt cx="0" cy="0"/>
        </a:xfrm>
      </p:grpSpPr>
      <p:sp>
        <p:nvSpPr>
          <p:cNvPr id="153" name="Google Shape;153;p29"/>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9"/>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55" name="Google Shape;155;p29"/>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156" name="Google Shape;156;p29"/>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157" name="Google Shape;157;p29"/>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158" name="Google Shape;158;p29"/>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159" name="Google Shape;159;p2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60" name="Google Shape;160;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1"/>
        <p:cNvGrpSpPr/>
        <p:nvPr/>
      </p:nvGrpSpPr>
      <p:grpSpPr>
        <a:xfrm>
          <a:off x="0" y="0"/>
          <a:ext cx="0" cy="0"/>
          <a:chOff x="0" y="0"/>
          <a:chExt cx="0" cy="0"/>
        </a:xfrm>
      </p:grpSpPr>
      <p:sp>
        <p:nvSpPr>
          <p:cNvPr id="162" name="Google Shape;162;p3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3" name="Google Shape;163;p30"/>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164" name="Google Shape;164;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165" name="Google Shape;165;p30"/>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166" name="Google Shape;166;p30"/>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7"/>
        <p:cNvGrpSpPr/>
        <p:nvPr/>
      </p:nvGrpSpPr>
      <p:grpSpPr>
        <a:xfrm>
          <a:off x="0" y="0"/>
          <a:ext cx="0" cy="0"/>
          <a:chOff x="0" y="0"/>
          <a:chExt cx="0" cy="0"/>
        </a:xfrm>
      </p:grpSpPr>
      <p:sp>
        <p:nvSpPr>
          <p:cNvPr id="168" name="Google Shape;168;p3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9" name="Google Shape;169;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170" name="Google Shape;170;p31"/>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71"/>
        <p:cNvGrpSpPr/>
        <p:nvPr/>
      </p:nvGrpSpPr>
      <p:grpSpPr>
        <a:xfrm>
          <a:off x="0" y="0"/>
          <a:ext cx="0" cy="0"/>
          <a:chOff x="0" y="0"/>
          <a:chExt cx="0" cy="0"/>
        </a:xfrm>
      </p:grpSpPr>
      <p:sp>
        <p:nvSpPr>
          <p:cNvPr id="172" name="Google Shape;172;p32"/>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73" name="Google Shape;173;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174"/>
        <p:cNvGrpSpPr/>
        <p:nvPr/>
      </p:nvGrpSpPr>
      <p:grpSpPr>
        <a:xfrm>
          <a:off x="0" y="0"/>
          <a:ext cx="0" cy="0"/>
          <a:chOff x="0" y="0"/>
          <a:chExt cx="0" cy="0"/>
        </a:xfrm>
      </p:grpSpPr>
      <p:sp>
        <p:nvSpPr>
          <p:cNvPr id="175" name="Google Shape;175;p33"/>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3"/>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77" name="Google Shape;177;p33"/>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78" name="Google Shape;178;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79" name="Google Shape;179;p33"/>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80"/>
        <p:cNvGrpSpPr/>
        <p:nvPr/>
      </p:nvGrpSpPr>
      <p:grpSpPr>
        <a:xfrm>
          <a:off x="0" y="0"/>
          <a:ext cx="0" cy="0"/>
          <a:chOff x="0" y="0"/>
          <a:chExt cx="0" cy="0"/>
        </a:xfrm>
      </p:grpSpPr>
      <p:sp>
        <p:nvSpPr>
          <p:cNvPr id="181" name="Google Shape;181;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82" name="Google Shape;182;p34"/>
          <p:cNvSpPr txBox="1">
            <a:spLocks noGrp="1"/>
          </p:cNvSpPr>
          <p:nvPr>
            <p:ph type="title"/>
          </p:nvPr>
        </p:nvSpPr>
        <p:spPr>
          <a:xfrm>
            <a:off x="95425" y="4382350"/>
            <a:ext cx="8425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cxnSp>
        <p:nvCxnSpPr>
          <p:cNvPr id="183" name="Google Shape;183;p34"/>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4"/>
        <p:cNvGrpSpPr/>
        <p:nvPr/>
      </p:nvGrpSpPr>
      <p:grpSpPr>
        <a:xfrm>
          <a:off x="0" y="0"/>
          <a:ext cx="0" cy="0"/>
          <a:chOff x="0" y="0"/>
          <a:chExt cx="0" cy="0"/>
        </a:xfrm>
      </p:grpSpPr>
      <p:sp>
        <p:nvSpPr>
          <p:cNvPr id="185" name="Google Shape;185;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186"/>
        <p:cNvGrpSpPr/>
        <p:nvPr/>
      </p:nvGrpSpPr>
      <p:grpSpPr>
        <a:xfrm>
          <a:off x="0" y="0"/>
          <a:ext cx="0" cy="0"/>
          <a:chOff x="0" y="0"/>
          <a:chExt cx="0" cy="0"/>
        </a:xfrm>
      </p:grpSpPr>
      <p:sp>
        <p:nvSpPr>
          <p:cNvPr id="187" name="Google Shape;187;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88"/>
        <p:cNvGrpSpPr/>
        <p:nvPr/>
      </p:nvGrpSpPr>
      <p:grpSpPr>
        <a:xfrm>
          <a:off x="0" y="0"/>
          <a:ext cx="0" cy="0"/>
          <a:chOff x="0" y="0"/>
          <a:chExt cx="0" cy="0"/>
        </a:xfrm>
      </p:grpSpPr>
      <p:sp>
        <p:nvSpPr>
          <p:cNvPr id="189" name="Google Shape;189;p37"/>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91" name="Google Shape;191;p37"/>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192" name="Google Shape;192;p3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93" name="Google Shape;193;p37"/>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194" name="Google Shape;194;p37"/>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195" name="Google Shape;195;p37"/>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6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 Top">
  <p:cSld name="TITLE_AND_BODY_1">
    <p:spTree>
      <p:nvGrpSpPr>
        <p:cNvPr id="1" name="Shape 196"/>
        <p:cNvGrpSpPr/>
        <p:nvPr/>
      </p:nvGrpSpPr>
      <p:grpSpPr>
        <a:xfrm>
          <a:off x="0" y="0"/>
          <a:ext cx="0" cy="0"/>
          <a:chOff x="0" y="0"/>
          <a:chExt cx="0" cy="0"/>
        </a:xfrm>
      </p:grpSpPr>
      <p:sp>
        <p:nvSpPr>
          <p:cNvPr id="197" name="Google Shape;197;p38"/>
          <p:cNvSpPr txBox="1">
            <a:spLocks noGrp="1"/>
          </p:cNvSpPr>
          <p:nvPr>
            <p:ph type="title"/>
          </p:nvPr>
        </p:nvSpPr>
        <p:spPr>
          <a:xfrm>
            <a:off x="357188" y="198377"/>
            <a:ext cx="8429700" cy="624000"/>
          </a:xfrm>
          <a:prstGeom prst="rect">
            <a:avLst/>
          </a:prstGeom>
          <a:noFill/>
          <a:ln>
            <a:noFill/>
          </a:ln>
        </p:spPr>
        <p:txBody>
          <a:bodyPr spcFirstLastPara="1" wrap="square" lIns="19050" tIns="19050" rIns="19050" bIns="19050" anchor="ctr" anchorCtr="0">
            <a:noAutofit/>
          </a:bodyPr>
          <a:lstStyle>
            <a:lvl1pPr lvl="0" algn="ctr" rtl="0">
              <a:lnSpc>
                <a:spcPct val="90000"/>
              </a:lnSpc>
              <a:spcBef>
                <a:spcPts val="900"/>
              </a:spcBef>
              <a:spcAft>
                <a:spcPts val="0"/>
              </a:spcAft>
              <a:buClr>
                <a:srgbClr val="013262"/>
              </a:buClr>
              <a:buSzPts val="700"/>
              <a:buNone/>
              <a:defRPr/>
            </a:lvl1pPr>
            <a:lvl2pPr lvl="1" algn="ctr" rtl="0">
              <a:lnSpc>
                <a:spcPct val="90000"/>
              </a:lnSpc>
              <a:spcBef>
                <a:spcPts val="900"/>
              </a:spcBef>
              <a:spcAft>
                <a:spcPts val="0"/>
              </a:spcAft>
              <a:buClr>
                <a:srgbClr val="013262"/>
              </a:buClr>
              <a:buSzPts val="700"/>
              <a:buNone/>
              <a:defRPr/>
            </a:lvl2pPr>
            <a:lvl3pPr lvl="2" algn="ctr" rtl="0">
              <a:lnSpc>
                <a:spcPct val="90000"/>
              </a:lnSpc>
              <a:spcBef>
                <a:spcPts val="900"/>
              </a:spcBef>
              <a:spcAft>
                <a:spcPts val="0"/>
              </a:spcAft>
              <a:buClr>
                <a:srgbClr val="013262"/>
              </a:buClr>
              <a:buSzPts val="700"/>
              <a:buNone/>
              <a:defRPr/>
            </a:lvl3pPr>
            <a:lvl4pPr lvl="3" algn="ctr" rtl="0">
              <a:lnSpc>
                <a:spcPct val="90000"/>
              </a:lnSpc>
              <a:spcBef>
                <a:spcPts val="900"/>
              </a:spcBef>
              <a:spcAft>
                <a:spcPts val="0"/>
              </a:spcAft>
              <a:buClr>
                <a:srgbClr val="013262"/>
              </a:buClr>
              <a:buSzPts val="700"/>
              <a:buNone/>
              <a:defRPr/>
            </a:lvl4pPr>
            <a:lvl5pPr lvl="4" algn="ctr" rtl="0">
              <a:lnSpc>
                <a:spcPct val="90000"/>
              </a:lnSpc>
              <a:spcBef>
                <a:spcPts val="900"/>
              </a:spcBef>
              <a:spcAft>
                <a:spcPts val="0"/>
              </a:spcAft>
              <a:buClr>
                <a:srgbClr val="013262"/>
              </a:buClr>
              <a:buSzPts val="700"/>
              <a:buNone/>
              <a:defRPr/>
            </a:lvl5pPr>
            <a:lvl6pPr lvl="5" algn="ctr" rtl="0">
              <a:lnSpc>
                <a:spcPct val="90000"/>
              </a:lnSpc>
              <a:spcBef>
                <a:spcPts val="900"/>
              </a:spcBef>
              <a:spcAft>
                <a:spcPts val="0"/>
              </a:spcAft>
              <a:buClr>
                <a:srgbClr val="013262"/>
              </a:buClr>
              <a:buSzPts val="700"/>
              <a:buNone/>
              <a:defRPr/>
            </a:lvl6pPr>
            <a:lvl7pPr lvl="6" algn="ctr" rtl="0">
              <a:lnSpc>
                <a:spcPct val="90000"/>
              </a:lnSpc>
              <a:spcBef>
                <a:spcPts val="900"/>
              </a:spcBef>
              <a:spcAft>
                <a:spcPts val="0"/>
              </a:spcAft>
              <a:buClr>
                <a:srgbClr val="013262"/>
              </a:buClr>
              <a:buSzPts val="700"/>
              <a:buNone/>
              <a:defRPr/>
            </a:lvl7pPr>
            <a:lvl8pPr lvl="7" algn="ctr" rtl="0">
              <a:lnSpc>
                <a:spcPct val="90000"/>
              </a:lnSpc>
              <a:spcBef>
                <a:spcPts val="900"/>
              </a:spcBef>
              <a:spcAft>
                <a:spcPts val="0"/>
              </a:spcAft>
              <a:buClr>
                <a:srgbClr val="013262"/>
              </a:buClr>
              <a:buSzPts val="700"/>
              <a:buNone/>
              <a:defRPr/>
            </a:lvl8pPr>
            <a:lvl9pPr lvl="8" algn="ctr" rtl="0">
              <a:lnSpc>
                <a:spcPct val="90000"/>
              </a:lnSpc>
              <a:spcBef>
                <a:spcPts val="900"/>
              </a:spcBef>
              <a:spcAft>
                <a:spcPts val="0"/>
              </a:spcAft>
              <a:buClr>
                <a:srgbClr val="013262"/>
              </a:buClr>
              <a:buSzPts val="700"/>
              <a:buNone/>
              <a:defRPr/>
            </a:lvl9pPr>
          </a:lstStyle>
          <a:p>
            <a:endParaRPr/>
          </a:p>
        </p:txBody>
      </p:sp>
      <p:sp>
        <p:nvSpPr>
          <p:cNvPr id="198" name="Google Shape;198;p38"/>
          <p:cNvSpPr txBox="1">
            <a:spLocks noGrp="1"/>
          </p:cNvSpPr>
          <p:nvPr>
            <p:ph type="sldNum" idx="12"/>
          </p:nvPr>
        </p:nvSpPr>
        <p:spPr>
          <a:xfrm>
            <a:off x="4491037" y="4881563"/>
            <a:ext cx="157200" cy="190500"/>
          </a:xfrm>
          <a:prstGeom prst="rect">
            <a:avLst/>
          </a:prstGeom>
          <a:noFill/>
          <a:ln>
            <a:noFill/>
          </a:ln>
        </p:spPr>
        <p:txBody>
          <a:bodyPr spcFirstLastPara="1" wrap="square" lIns="19050" tIns="19050" rIns="19050" bIns="19050" anchor="t" anchorCtr="0">
            <a:noAutofit/>
          </a:bodyPr>
          <a:lstStyle>
            <a:lvl1pPr marL="0" lvl="0"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1pPr>
            <a:lvl2pPr marL="0" lvl="1"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2pPr>
            <a:lvl3pPr marL="0" lvl="2"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3pPr>
            <a:lvl4pPr marL="0" lvl="3"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4pPr>
            <a:lvl5pPr marL="0" lvl="4"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5pPr>
            <a:lvl6pPr marL="0" lvl="5"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6pPr>
            <a:lvl7pPr marL="0" lvl="6"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7pPr>
            <a:lvl8pPr marL="0" lvl="7"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8pPr>
            <a:lvl9pPr marL="0" lvl="8"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9pPr>
          </a:lstStyle>
          <a:p>
            <a:pPr marL="0" lvl="0" indent="0" algn="ctr" rtl="0">
              <a:spcBef>
                <a:spcPts val="0"/>
              </a:spcBef>
              <a:spcAft>
                <a:spcPts val="0"/>
              </a:spcAft>
              <a:buNone/>
            </a:pPr>
            <a:fld id="{00000000-1234-1234-1234-123412341234}" type="slidenum">
              <a:rPr lang="en"/>
              <a:t>‹#›</a:t>
            </a:fld>
            <a:endParaRPr sz="1000">
              <a:solidFill>
                <a:schemeClr val="dk1"/>
              </a:solidFill>
              <a:latin typeface="Roboto"/>
              <a:ea typeface="Roboto"/>
              <a:cs typeface="Roboto"/>
              <a:sym typeface="Roboto"/>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 Top 1">
  <p:cSld name="TITLE_AND_BODY_2">
    <p:spTree>
      <p:nvGrpSpPr>
        <p:cNvPr id="1" name="Shape 199"/>
        <p:cNvGrpSpPr/>
        <p:nvPr/>
      </p:nvGrpSpPr>
      <p:grpSpPr>
        <a:xfrm>
          <a:off x="0" y="0"/>
          <a:ext cx="0" cy="0"/>
          <a:chOff x="0" y="0"/>
          <a:chExt cx="0" cy="0"/>
        </a:xfrm>
      </p:grpSpPr>
      <p:sp>
        <p:nvSpPr>
          <p:cNvPr id="200" name="Google Shape;200;p39"/>
          <p:cNvSpPr txBox="1">
            <a:spLocks noGrp="1"/>
          </p:cNvSpPr>
          <p:nvPr>
            <p:ph type="title"/>
          </p:nvPr>
        </p:nvSpPr>
        <p:spPr>
          <a:xfrm>
            <a:off x="357188" y="198377"/>
            <a:ext cx="8429700" cy="624000"/>
          </a:xfrm>
          <a:prstGeom prst="rect">
            <a:avLst/>
          </a:prstGeom>
          <a:noFill/>
          <a:ln>
            <a:noFill/>
          </a:ln>
        </p:spPr>
        <p:txBody>
          <a:bodyPr spcFirstLastPara="1" wrap="square" lIns="19050" tIns="19050" rIns="19050" bIns="19050" anchor="ctr" anchorCtr="0">
            <a:noAutofit/>
          </a:bodyPr>
          <a:lstStyle>
            <a:lvl1pPr lvl="0" algn="ctr" rtl="0">
              <a:lnSpc>
                <a:spcPct val="90000"/>
              </a:lnSpc>
              <a:spcBef>
                <a:spcPts val="900"/>
              </a:spcBef>
              <a:spcAft>
                <a:spcPts val="0"/>
              </a:spcAft>
              <a:buClr>
                <a:srgbClr val="013262"/>
              </a:buClr>
              <a:buSzPts val="700"/>
              <a:buNone/>
              <a:defRPr/>
            </a:lvl1pPr>
            <a:lvl2pPr lvl="1" algn="ctr" rtl="0">
              <a:lnSpc>
                <a:spcPct val="90000"/>
              </a:lnSpc>
              <a:spcBef>
                <a:spcPts val="900"/>
              </a:spcBef>
              <a:spcAft>
                <a:spcPts val="0"/>
              </a:spcAft>
              <a:buClr>
                <a:srgbClr val="013262"/>
              </a:buClr>
              <a:buSzPts val="700"/>
              <a:buNone/>
              <a:defRPr/>
            </a:lvl2pPr>
            <a:lvl3pPr lvl="2" algn="ctr" rtl="0">
              <a:lnSpc>
                <a:spcPct val="90000"/>
              </a:lnSpc>
              <a:spcBef>
                <a:spcPts val="900"/>
              </a:spcBef>
              <a:spcAft>
                <a:spcPts val="0"/>
              </a:spcAft>
              <a:buClr>
                <a:srgbClr val="013262"/>
              </a:buClr>
              <a:buSzPts val="700"/>
              <a:buNone/>
              <a:defRPr/>
            </a:lvl3pPr>
            <a:lvl4pPr lvl="3" algn="ctr" rtl="0">
              <a:lnSpc>
                <a:spcPct val="90000"/>
              </a:lnSpc>
              <a:spcBef>
                <a:spcPts val="900"/>
              </a:spcBef>
              <a:spcAft>
                <a:spcPts val="0"/>
              </a:spcAft>
              <a:buClr>
                <a:srgbClr val="013262"/>
              </a:buClr>
              <a:buSzPts val="700"/>
              <a:buNone/>
              <a:defRPr/>
            </a:lvl4pPr>
            <a:lvl5pPr lvl="4" algn="ctr" rtl="0">
              <a:lnSpc>
                <a:spcPct val="90000"/>
              </a:lnSpc>
              <a:spcBef>
                <a:spcPts val="900"/>
              </a:spcBef>
              <a:spcAft>
                <a:spcPts val="0"/>
              </a:spcAft>
              <a:buClr>
                <a:srgbClr val="013262"/>
              </a:buClr>
              <a:buSzPts val="700"/>
              <a:buNone/>
              <a:defRPr/>
            </a:lvl5pPr>
            <a:lvl6pPr lvl="5" algn="ctr" rtl="0">
              <a:lnSpc>
                <a:spcPct val="90000"/>
              </a:lnSpc>
              <a:spcBef>
                <a:spcPts val="900"/>
              </a:spcBef>
              <a:spcAft>
                <a:spcPts val="0"/>
              </a:spcAft>
              <a:buClr>
                <a:srgbClr val="013262"/>
              </a:buClr>
              <a:buSzPts val="700"/>
              <a:buNone/>
              <a:defRPr/>
            </a:lvl6pPr>
            <a:lvl7pPr lvl="6" algn="ctr" rtl="0">
              <a:lnSpc>
                <a:spcPct val="90000"/>
              </a:lnSpc>
              <a:spcBef>
                <a:spcPts val="900"/>
              </a:spcBef>
              <a:spcAft>
                <a:spcPts val="0"/>
              </a:spcAft>
              <a:buClr>
                <a:srgbClr val="013262"/>
              </a:buClr>
              <a:buSzPts val="700"/>
              <a:buNone/>
              <a:defRPr/>
            </a:lvl7pPr>
            <a:lvl8pPr lvl="7" algn="ctr" rtl="0">
              <a:lnSpc>
                <a:spcPct val="90000"/>
              </a:lnSpc>
              <a:spcBef>
                <a:spcPts val="900"/>
              </a:spcBef>
              <a:spcAft>
                <a:spcPts val="0"/>
              </a:spcAft>
              <a:buClr>
                <a:srgbClr val="013262"/>
              </a:buClr>
              <a:buSzPts val="700"/>
              <a:buNone/>
              <a:defRPr/>
            </a:lvl8pPr>
            <a:lvl9pPr lvl="8" algn="ctr" rtl="0">
              <a:lnSpc>
                <a:spcPct val="90000"/>
              </a:lnSpc>
              <a:spcBef>
                <a:spcPts val="900"/>
              </a:spcBef>
              <a:spcAft>
                <a:spcPts val="0"/>
              </a:spcAft>
              <a:buClr>
                <a:srgbClr val="013262"/>
              </a:buClr>
              <a:buSzPts val="700"/>
              <a:buNone/>
              <a:defRPr/>
            </a:lvl9pPr>
          </a:lstStyle>
          <a:p>
            <a:endParaRPr/>
          </a:p>
        </p:txBody>
      </p:sp>
      <p:sp>
        <p:nvSpPr>
          <p:cNvPr id="201" name="Google Shape;201;p39"/>
          <p:cNvSpPr txBox="1">
            <a:spLocks noGrp="1"/>
          </p:cNvSpPr>
          <p:nvPr>
            <p:ph type="sldNum" idx="12"/>
          </p:nvPr>
        </p:nvSpPr>
        <p:spPr>
          <a:xfrm>
            <a:off x="4491037" y="4881563"/>
            <a:ext cx="157200" cy="190500"/>
          </a:xfrm>
          <a:prstGeom prst="rect">
            <a:avLst/>
          </a:prstGeom>
          <a:noFill/>
          <a:ln>
            <a:noFill/>
          </a:ln>
        </p:spPr>
        <p:txBody>
          <a:bodyPr spcFirstLastPara="1" wrap="square" lIns="19050" tIns="19050" rIns="19050" bIns="19050" anchor="t" anchorCtr="0">
            <a:noAutofit/>
          </a:bodyPr>
          <a:lstStyle>
            <a:lvl1pPr marL="0" lvl="0"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1pPr>
            <a:lvl2pPr marL="0" lvl="1"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2pPr>
            <a:lvl3pPr marL="0" lvl="2"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3pPr>
            <a:lvl4pPr marL="0" lvl="3"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4pPr>
            <a:lvl5pPr marL="0" lvl="4"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5pPr>
            <a:lvl6pPr marL="0" lvl="5"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6pPr>
            <a:lvl7pPr marL="0" lvl="6"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7pPr>
            <a:lvl8pPr marL="0" lvl="7"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8pPr>
            <a:lvl9pPr marL="0" lvl="8"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9pPr>
          </a:lstStyle>
          <a:p>
            <a:pPr marL="0" lvl="0" indent="0" algn="ctr" rtl="0">
              <a:spcBef>
                <a:spcPts val="0"/>
              </a:spcBef>
              <a:spcAft>
                <a:spcPts val="0"/>
              </a:spcAft>
              <a:buNone/>
            </a:pPr>
            <a:fld id="{00000000-1234-1234-1234-123412341234}" type="slidenum">
              <a:rPr lang="en"/>
              <a:t>‹#›</a:t>
            </a:fld>
            <a:endParaRPr sz="1000">
              <a:solidFill>
                <a:schemeClr val="dk1"/>
              </a:solidFill>
              <a:latin typeface="Roboto"/>
              <a:ea typeface="Roboto"/>
              <a:cs typeface="Roboto"/>
              <a:sym typeface="Roboto"/>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202"/>
        <p:cNvGrpSpPr/>
        <p:nvPr/>
      </p:nvGrpSpPr>
      <p:grpSpPr>
        <a:xfrm>
          <a:off x="0" y="0"/>
          <a:ext cx="0" cy="0"/>
          <a:chOff x="0" y="0"/>
          <a:chExt cx="0" cy="0"/>
        </a:xfrm>
      </p:grpSpPr>
      <p:sp>
        <p:nvSpPr>
          <p:cNvPr id="203" name="Google Shape;203;p40"/>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40"/>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205" name="Google Shape;205;p40"/>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206" name="Google Shape;206;p40"/>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207" name="Google Shape;207;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208"/>
        <p:cNvGrpSpPr/>
        <p:nvPr/>
      </p:nvGrpSpPr>
      <p:grpSpPr>
        <a:xfrm>
          <a:off x="0" y="0"/>
          <a:ext cx="0" cy="0"/>
          <a:chOff x="0" y="0"/>
          <a:chExt cx="0" cy="0"/>
        </a:xfrm>
      </p:grpSpPr>
      <p:sp>
        <p:nvSpPr>
          <p:cNvPr id="209" name="Google Shape;209;p41"/>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11" name="Google Shape;211;p41"/>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212" name="Google Shape;212;p41"/>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213" name="Google Shape;213;p41"/>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214" name="Google Shape;214;p4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215"/>
        <p:cNvGrpSpPr/>
        <p:nvPr/>
      </p:nvGrpSpPr>
      <p:grpSpPr>
        <a:xfrm>
          <a:off x="0" y="0"/>
          <a:ext cx="0" cy="0"/>
          <a:chOff x="0" y="0"/>
          <a:chExt cx="0" cy="0"/>
        </a:xfrm>
      </p:grpSpPr>
      <p:sp>
        <p:nvSpPr>
          <p:cNvPr id="216" name="Google Shape;216;p42"/>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18" name="Google Shape;218;p42"/>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219" name="Google Shape;219;p42"/>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220" name="Google Shape;220;p42"/>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221" name="Google Shape;221;p42"/>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222" name="Google Shape;222;p42"/>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223"/>
        <p:cNvGrpSpPr/>
        <p:nvPr/>
      </p:nvGrpSpPr>
      <p:grpSpPr>
        <a:xfrm>
          <a:off x="0" y="0"/>
          <a:ext cx="0" cy="0"/>
          <a:chOff x="0" y="0"/>
          <a:chExt cx="0" cy="0"/>
        </a:xfrm>
      </p:grpSpPr>
      <p:sp>
        <p:nvSpPr>
          <p:cNvPr id="224" name="Google Shape;224;p4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25" name="Google Shape;225;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226"/>
        <p:cNvGrpSpPr/>
        <p:nvPr/>
      </p:nvGrpSpPr>
      <p:grpSpPr>
        <a:xfrm>
          <a:off x="0" y="0"/>
          <a:ext cx="0" cy="0"/>
          <a:chOff x="0" y="0"/>
          <a:chExt cx="0" cy="0"/>
        </a:xfrm>
      </p:grpSpPr>
      <p:sp>
        <p:nvSpPr>
          <p:cNvPr id="227" name="Google Shape;227;p44"/>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29" name="Google Shape;229;p44"/>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230" name="Google Shape;230;p44"/>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231" name="Google Shape;231;p44"/>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1_Section Header">
  <p:cSld name="SECTION_HEADER_1_1">
    <p:bg>
      <p:bgPr>
        <a:solidFill>
          <a:srgbClr val="4A86E8"/>
        </a:solidFill>
        <a:effectLst/>
      </p:bgPr>
    </p:bg>
    <p:spTree>
      <p:nvGrpSpPr>
        <p:cNvPr id="1" name="Shape 232"/>
        <p:cNvGrpSpPr/>
        <p:nvPr/>
      </p:nvGrpSpPr>
      <p:grpSpPr>
        <a:xfrm>
          <a:off x="0" y="0"/>
          <a:ext cx="0" cy="0"/>
          <a:chOff x="0" y="0"/>
          <a:chExt cx="0" cy="0"/>
        </a:xfrm>
      </p:grpSpPr>
      <p:sp>
        <p:nvSpPr>
          <p:cNvPr id="233" name="Google Shape;233;p45"/>
          <p:cNvSpPr txBox="1">
            <a:spLocks noGrp="1"/>
          </p:cNvSpPr>
          <p:nvPr>
            <p:ph type="title"/>
          </p:nvPr>
        </p:nvSpPr>
        <p:spPr>
          <a:xfrm>
            <a:off x="623888" y="1282305"/>
            <a:ext cx="7886700" cy="2139600"/>
          </a:xfrm>
          <a:prstGeom prst="rect">
            <a:avLst/>
          </a:prstGeom>
          <a:noFill/>
          <a:ln>
            <a:noFill/>
          </a:ln>
        </p:spPr>
        <p:txBody>
          <a:bodyPr spcFirstLastPara="1" wrap="square" lIns="68575" tIns="34275" rIns="68575" bIns="34275" anchor="b" anchorCtr="0">
            <a:noAutofit/>
          </a:bodyPr>
          <a:lstStyle>
            <a:lvl1pPr lvl="0" algn="l" rtl="0">
              <a:lnSpc>
                <a:spcPct val="90000"/>
              </a:lnSpc>
              <a:spcBef>
                <a:spcPts val="0"/>
              </a:spcBef>
              <a:spcAft>
                <a:spcPts val="0"/>
              </a:spcAft>
              <a:buClr>
                <a:schemeClr val="lt1"/>
              </a:buClr>
              <a:buSzPts val="4500"/>
              <a:buFont typeface="Century Gothic"/>
              <a:buNone/>
              <a:defRPr sz="45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34" name="Google Shape;234;p45"/>
          <p:cNvSpPr txBox="1">
            <a:spLocks noGrp="1"/>
          </p:cNvSpPr>
          <p:nvPr>
            <p:ph type="body" idx="1"/>
          </p:nvPr>
        </p:nvSpPr>
        <p:spPr>
          <a:xfrm>
            <a:off x="623888" y="3442098"/>
            <a:ext cx="7886700" cy="11253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1700"/>
              </a:spcBef>
              <a:spcAft>
                <a:spcPts val="0"/>
              </a:spcAft>
              <a:buClr>
                <a:schemeClr val="lt1"/>
              </a:buClr>
              <a:buSzPts val="1800"/>
              <a:buNone/>
              <a:defRPr sz="1800">
                <a:solidFill>
                  <a:schemeClr val="lt1"/>
                </a:solidFill>
              </a:defRPr>
            </a:lvl1pPr>
            <a:lvl2pPr marL="914400" lvl="1" indent="-228600" algn="l" rtl="0">
              <a:lnSpc>
                <a:spcPct val="90000"/>
              </a:lnSpc>
              <a:spcBef>
                <a:spcPts val="400"/>
              </a:spcBef>
              <a:spcAft>
                <a:spcPts val="0"/>
              </a:spcAft>
              <a:buClr>
                <a:srgbClr val="888888"/>
              </a:buClr>
              <a:buSzPts val="1500"/>
              <a:buNone/>
              <a:defRPr sz="1500">
                <a:solidFill>
                  <a:srgbClr val="888888"/>
                </a:solidFill>
              </a:defRPr>
            </a:lvl2pPr>
            <a:lvl3pPr marL="1371600" lvl="2" indent="-228600" algn="l" rtl="0">
              <a:lnSpc>
                <a:spcPct val="90000"/>
              </a:lnSpc>
              <a:spcBef>
                <a:spcPts val="400"/>
              </a:spcBef>
              <a:spcAft>
                <a:spcPts val="0"/>
              </a:spcAft>
              <a:buClr>
                <a:srgbClr val="888888"/>
              </a:buClr>
              <a:buSzPts val="1400"/>
              <a:buNone/>
              <a:defRPr sz="1400">
                <a:solidFill>
                  <a:srgbClr val="888888"/>
                </a:solidFill>
              </a:defRPr>
            </a:lvl3pPr>
            <a:lvl4pPr marL="1828800" lvl="3" indent="-228600" algn="l" rtl="0">
              <a:lnSpc>
                <a:spcPct val="90000"/>
              </a:lnSpc>
              <a:spcBef>
                <a:spcPts val="400"/>
              </a:spcBef>
              <a:spcAft>
                <a:spcPts val="0"/>
              </a:spcAft>
              <a:buClr>
                <a:srgbClr val="888888"/>
              </a:buClr>
              <a:buSzPts val="1200"/>
              <a:buNone/>
              <a:defRPr sz="1200">
                <a:solidFill>
                  <a:srgbClr val="888888"/>
                </a:solidFill>
              </a:defRPr>
            </a:lvl4pPr>
            <a:lvl5pPr marL="2286000" lvl="4" indent="-228600" algn="l" rtl="0">
              <a:lnSpc>
                <a:spcPct val="90000"/>
              </a:lnSpc>
              <a:spcBef>
                <a:spcPts val="400"/>
              </a:spcBef>
              <a:spcAft>
                <a:spcPts val="0"/>
              </a:spcAft>
              <a:buClr>
                <a:srgbClr val="888888"/>
              </a:buClr>
              <a:buSzPts val="1200"/>
              <a:buNone/>
              <a:defRPr sz="1200">
                <a:solidFill>
                  <a:srgbClr val="888888"/>
                </a:solidFill>
              </a:defRPr>
            </a:lvl5pPr>
            <a:lvl6pPr marL="2743200" lvl="5" indent="-228600" algn="l" rtl="0">
              <a:lnSpc>
                <a:spcPct val="90000"/>
              </a:lnSpc>
              <a:spcBef>
                <a:spcPts val="400"/>
              </a:spcBef>
              <a:spcAft>
                <a:spcPts val="0"/>
              </a:spcAft>
              <a:buClr>
                <a:srgbClr val="888888"/>
              </a:buClr>
              <a:buSzPts val="1200"/>
              <a:buNone/>
              <a:defRPr sz="1200">
                <a:solidFill>
                  <a:srgbClr val="888888"/>
                </a:solidFill>
              </a:defRPr>
            </a:lvl6pPr>
            <a:lvl7pPr marL="3200400" lvl="6" indent="-228600" algn="l" rtl="0">
              <a:lnSpc>
                <a:spcPct val="90000"/>
              </a:lnSpc>
              <a:spcBef>
                <a:spcPts val="400"/>
              </a:spcBef>
              <a:spcAft>
                <a:spcPts val="0"/>
              </a:spcAft>
              <a:buClr>
                <a:srgbClr val="888888"/>
              </a:buClr>
              <a:buSzPts val="1200"/>
              <a:buNone/>
              <a:defRPr sz="1200">
                <a:solidFill>
                  <a:srgbClr val="888888"/>
                </a:solidFill>
              </a:defRPr>
            </a:lvl7pPr>
            <a:lvl8pPr marL="3657600" lvl="7" indent="-228600" algn="l" rtl="0">
              <a:lnSpc>
                <a:spcPct val="90000"/>
              </a:lnSpc>
              <a:spcBef>
                <a:spcPts val="400"/>
              </a:spcBef>
              <a:spcAft>
                <a:spcPts val="0"/>
              </a:spcAft>
              <a:buClr>
                <a:srgbClr val="888888"/>
              </a:buClr>
              <a:buSzPts val="1200"/>
              <a:buNone/>
              <a:defRPr sz="1200">
                <a:solidFill>
                  <a:srgbClr val="888888"/>
                </a:solidFill>
              </a:defRPr>
            </a:lvl8pPr>
            <a:lvl9pPr marL="4114800" lvl="8" indent="-228600" algn="l" rtl="0">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35" name="Google Shape;235;p4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solidFill>
                  <a:schemeClr val="lt1"/>
                </a:solidFill>
              </a:defRPr>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236" name="Google Shape;236;p4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solidFill>
                  <a:schemeClr val="lt1"/>
                </a:solidFill>
              </a:defRPr>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237" name="Google Shape;237;p45"/>
          <p:cNvSpPr txBox="1">
            <a:spLocks noGrp="1"/>
          </p:cNvSpPr>
          <p:nvPr>
            <p:ph type="sldNum" idx="12"/>
          </p:nvPr>
        </p:nvSpPr>
        <p:spPr>
          <a:xfrm>
            <a:off x="-19050" y="4767263"/>
            <a:ext cx="2057400" cy="273900"/>
          </a:xfrm>
          <a:prstGeom prst="rect">
            <a:avLst/>
          </a:prstGeom>
          <a:noFill/>
          <a:ln>
            <a:noFill/>
          </a:ln>
        </p:spPr>
        <p:txBody>
          <a:bodyPr spcFirstLastPara="1" wrap="square" lIns="68575" tIns="34275" rIns="68575" bIns="34275" anchor="ctr" anchorCtr="0">
            <a:noAutofit/>
          </a:bodyPr>
          <a:lstStyle>
            <a:lvl1pPr marL="0" lvl="0" indent="0" algn="l" rtl="0">
              <a:spcBef>
                <a:spcPts val="0"/>
              </a:spcBef>
              <a:buNone/>
              <a:defRPr sz="900">
                <a:solidFill>
                  <a:schemeClr val="lt1"/>
                </a:solidFill>
                <a:latin typeface="Helvetica Neue"/>
                <a:ea typeface="Helvetica Neue"/>
                <a:cs typeface="Helvetica Neue"/>
                <a:sym typeface="Helvetica Neue"/>
              </a:defRPr>
            </a:lvl1pPr>
            <a:lvl2pPr marL="0" lvl="1" indent="0" algn="l" rtl="0">
              <a:spcBef>
                <a:spcPts val="0"/>
              </a:spcBef>
              <a:buNone/>
              <a:defRPr sz="900">
                <a:solidFill>
                  <a:schemeClr val="lt1"/>
                </a:solidFill>
                <a:latin typeface="Helvetica Neue"/>
                <a:ea typeface="Helvetica Neue"/>
                <a:cs typeface="Helvetica Neue"/>
                <a:sym typeface="Helvetica Neue"/>
              </a:defRPr>
            </a:lvl2pPr>
            <a:lvl3pPr marL="0" lvl="2" indent="0" algn="l" rtl="0">
              <a:spcBef>
                <a:spcPts val="0"/>
              </a:spcBef>
              <a:buNone/>
              <a:defRPr sz="900">
                <a:solidFill>
                  <a:schemeClr val="lt1"/>
                </a:solidFill>
                <a:latin typeface="Helvetica Neue"/>
                <a:ea typeface="Helvetica Neue"/>
                <a:cs typeface="Helvetica Neue"/>
                <a:sym typeface="Helvetica Neue"/>
              </a:defRPr>
            </a:lvl3pPr>
            <a:lvl4pPr marL="0" lvl="3" indent="0" algn="l" rtl="0">
              <a:spcBef>
                <a:spcPts val="0"/>
              </a:spcBef>
              <a:buNone/>
              <a:defRPr sz="900">
                <a:solidFill>
                  <a:schemeClr val="lt1"/>
                </a:solidFill>
                <a:latin typeface="Helvetica Neue"/>
                <a:ea typeface="Helvetica Neue"/>
                <a:cs typeface="Helvetica Neue"/>
                <a:sym typeface="Helvetica Neue"/>
              </a:defRPr>
            </a:lvl4pPr>
            <a:lvl5pPr marL="0" lvl="4" indent="0" algn="l" rtl="0">
              <a:spcBef>
                <a:spcPts val="0"/>
              </a:spcBef>
              <a:buNone/>
              <a:defRPr sz="900">
                <a:solidFill>
                  <a:schemeClr val="lt1"/>
                </a:solidFill>
                <a:latin typeface="Helvetica Neue"/>
                <a:ea typeface="Helvetica Neue"/>
                <a:cs typeface="Helvetica Neue"/>
                <a:sym typeface="Helvetica Neue"/>
              </a:defRPr>
            </a:lvl5pPr>
            <a:lvl6pPr marL="0" lvl="5" indent="0" algn="l" rtl="0">
              <a:spcBef>
                <a:spcPts val="0"/>
              </a:spcBef>
              <a:buNone/>
              <a:defRPr sz="900">
                <a:solidFill>
                  <a:schemeClr val="lt1"/>
                </a:solidFill>
                <a:latin typeface="Helvetica Neue"/>
                <a:ea typeface="Helvetica Neue"/>
                <a:cs typeface="Helvetica Neue"/>
                <a:sym typeface="Helvetica Neue"/>
              </a:defRPr>
            </a:lvl6pPr>
            <a:lvl7pPr marL="0" lvl="6" indent="0" algn="l" rtl="0">
              <a:spcBef>
                <a:spcPts val="0"/>
              </a:spcBef>
              <a:buNone/>
              <a:defRPr sz="900">
                <a:solidFill>
                  <a:schemeClr val="lt1"/>
                </a:solidFill>
                <a:latin typeface="Helvetica Neue"/>
                <a:ea typeface="Helvetica Neue"/>
                <a:cs typeface="Helvetica Neue"/>
                <a:sym typeface="Helvetica Neue"/>
              </a:defRPr>
            </a:lvl7pPr>
            <a:lvl8pPr marL="0" lvl="7" indent="0" algn="l" rtl="0">
              <a:spcBef>
                <a:spcPts val="0"/>
              </a:spcBef>
              <a:buNone/>
              <a:defRPr sz="900">
                <a:solidFill>
                  <a:schemeClr val="lt1"/>
                </a:solidFill>
                <a:latin typeface="Helvetica Neue"/>
                <a:ea typeface="Helvetica Neue"/>
                <a:cs typeface="Helvetica Neue"/>
                <a:sym typeface="Helvetica Neue"/>
              </a:defRPr>
            </a:lvl8pPr>
            <a:lvl9pPr marL="0" lvl="8" indent="0" algn="l" rtl="0">
              <a:spcBef>
                <a:spcPts val="0"/>
              </a:spcBef>
              <a:buNone/>
              <a:defRPr sz="900">
                <a:solidFill>
                  <a:schemeClr val="lt1"/>
                </a:solidFill>
                <a:latin typeface="Helvetica Neue"/>
                <a:ea typeface="Helvetica Neue"/>
                <a:cs typeface="Helvetica Neue"/>
                <a:sym typeface="Helvetica Neu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8"/>
        <p:cNvGrpSpPr/>
        <p:nvPr/>
      </p:nvGrpSpPr>
      <p:grpSpPr>
        <a:xfrm>
          <a:off x="0" y="0"/>
          <a:ext cx="0" cy="0"/>
          <a:chOff x="0" y="0"/>
          <a:chExt cx="0" cy="0"/>
        </a:xfrm>
      </p:grpSpPr>
      <p:sp>
        <p:nvSpPr>
          <p:cNvPr id="239" name="Google Shape;239;p46"/>
          <p:cNvSpPr txBox="1">
            <a:spLocks noGrp="1"/>
          </p:cNvSpPr>
          <p:nvPr>
            <p:ph type="title"/>
          </p:nvPr>
        </p:nvSpPr>
        <p:spPr>
          <a:xfrm>
            <a:off x="414338" y="240506"/>
            <a:ext cx="81012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40" name="Google Shape;240;p4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1700"/>
              </a:spcBef>
              <a:spcAft>
                <a:spcPts val="0"/>
              </a:spcAft>
              <a:buClr>
                <a:schemeClr val="dk1"/>
              </a:buClr>
              <a:buSzPts val="2100"/>
              <a:buFont typeface="Noto Sans Symbols"/>
              <a:buChar char="⮚"/>
              <a:defRPr/>
            </a:lvl1pPr>
            <a:lvl2pPr marL="914400" lvl="1" indent="-342900" algn="l" rtl="0">
              <a:lnSpc>
                <a:spcPct val="90000"/>
              </a:lnSpc>
              <a:spcBef>
                <a:spcPts val="400"/>
              </a:spcBef>
              <a:spcAft>
                <a:spcPts val="0"/>
              </a:spcAft>
              <a:buClr>
                <a:schemeClr val="dk1"/>
              </a:buClr>
              <a:buSzPts val="1800"/>
              <a:buChar char="•"/>
              <a:defRPr/>
            </a:lvl2pPr>
            <a:lvl3pPr marL="1371600" lvl="2" indent="-323850" algn="l" rtl="0">
              <a:lnSpc>
                <a:spcPct val="90000"/>
              </a:lnSpc>
              <a:spcBef>
                <a:spcPts val="400"/>
              </a:spcBef>
              <a:spcAft>
                <a:spcPts val="0"/>
              </a:spcAft>
              <a:buClr>
                <a:schemeClr val="dk1"/>
              </a:buClr>
              <a:buSzPts val="15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41" name="Google Shape;241;p4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242" name="Google Shape;242;p4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243" name="Google Shape;243;p46"/>
          <p:cNvSpPr txBox="1">
            <a:spLocks noGrp="1"/>
          </p:cNvSpPr>
          <p:nvPr>
            <p:ph type="sldNum" idx="12"/>
          </p:nvPr>
        </p:nvSpPr>
        <p:spPr>
          <a:xfrm>
            <a:off x="-19050" y="4767263"/>
            <a:ext cx="2057400" cy="273900"/>
          </a:xfrm>
          <a:prstGeom prst="rect">
            <a:avLst/>
          </a:prstGeom>
          <a:noFill/>
          <a:ln>
            <a:noFill/>
          </a:ln>
        </p:spPr>
        <p:txBody>
          <a:bodyPr spcFirstLastPara="1" wrap="square" lIns="68575" tIns="34275" rIns="68575" bIns="34275" anchor="ctr" anchorCtr="0">
            <a:noAutofit/>
          </a:bodyPr>
          <a:lstStyle>
            <a:lvl1pPr marL="0" lvl="0" indent="0" algn="l" rtl="0">
              <a:spcBef>
                <a:spcPts val="0"/>
              </a:spcBef>
              <a:buNone/>
              <a:defRPr>
                <a:solidFill>
                  <a:srgbClr val="888888"/>
                </a:solidFill>
              </a:defRPr>
            </a:lvl1pPr>
            <a:lvl2pPr marL="0" lvl="1" indent="0" algn="l" rtl="0">
              <a:spcBef>
                <a:spcPts val="0"/>
              </a:spcBef>
              <a:buNone/>
              <a:defRPr>
                <a:solidFill>
                  <a:srgbClr val="888888"/>
                </a:solidFill>
              </a:defRPr>
            </a:lvl2pPr>
            <a:lvl3pPr marL="0" lvl="2" indent="0" algn="l" rtl="0">
              <a:spcBef>
                <a:spcPts val="0"/>
              </a:spcBef>
              <a:buNone/>
              <a:defRPr>
                <a:solidFill>
                  <a:srgbClr val="888888"/>
                </a:solidFill>
              </a:defRPr>
            </a:lvl3pPr>
            <a:lvl4pPr marL="0" lvl="3" indent="0" algn="l" rtl="0">
              <a:spcBef>
                <a:spcPts val="0"/>
              </a:spcBef>
              <a:buNone/>
              <a:defRPr>
                <a:solidFill>
                  <a:srgbClr val="888888"/>
                </a:solidFill>
              </a:defRPr>
            </a:lvl4pPr>
            <a:lvl5pPr marL="0" lvl="4" indent="0" algn="l" rtl="0">
              <a:spcBef>
                <a:spcPts val="0"/>
              </a:spcBef>
              <a:buNone/>
              <a:defRPr>
                <a:solidFill>
                  <a:srgbClr val="888888"/>
                </a:solidFill>
              </a:defRPr>
            </a:lvl5pPr>
            <a:lvl6pPr marL="0" lvl="5" indent="0" algn="l" rtl="0">
              <a:spcBef>
                <a:spcPts val="0"/>
              </a:spcBef>
              <a:buNone/>
              <a:defRPr>
                <a:solidFill>
                  <a:srgbClr val="888888"/>
                </a:solidFill>
              </a:defRPr>
            </a:lvl6pPr>
            <a:lvl7pPr marL="0" lvl="6" indent="0" algn="l" rtl="0">
              <a:spcBef>
                <a:spcPts val="0"/>
              </a:spcBef>
              <a:buNone/>
              <a:defRPr>
                <a:solidFill>
                  <a:srgbClr val="888888"/>
                </a:solidFill>
              </a:defRPr>
            </a:lvl7pPr>
            <a:lvl8pPr marL="0" lvl="7" indent="0" algn="l" rtl="0">
              <a:spcBef>
                <a:spcPts val="0"/>
              </a:spcBef>
              <a:buNone/>
              <a:defRPr>
                <a:solidFill>
                  <a:srgbClr val="888888"/>
                </a:solidFill>
              </a:defRPr>
            </a:lvl8pPr>
            <a:lvl9pPr marL="0" lvl="8" indent="0" algn="l" rtl="0">
              <a:spcBef>
                <a:spcPts val="0"/>
              </a:spcBef>
              <a:buNone/>
              <a:defRPr>
                <a:solidFill>
                  <a:srgbClr val="888888"/>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1_Title and Body">
  <p:cSld name="TITLE_AND_BODY_1_1">
    <p:spTree>
      <p:nvGrpSpPr>
        <p:cNvPr id="1" name="Shape 244"/>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245"/>
        <p:cNvGrpSpPr/>
        <p:nvPr/>
      </p:nvGrpSpPr>
      <p:grpSpPr>
        <a:xfrm>
          <a:off x="0" y="0"/>
          <a:ext cx="0" cy="0"/>
          <a:chOff x="0" y="0"/>
          <a:chExt cx="0" cy="0"/>
        </a:xfrm>
      </p:grpSpPr>
      <p:sp>
        <p:nvSpPr>
          <p:cNvPr id="246" name="Google Shape;246;p4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6D9EEB"/>
              </a:buClr>
              <a:buSzPts val="3600"/>
              <a:buNone/>
              <a:defRPr sz="3600">
                <a:solidFill>
                  <a:srgbClr val="6D9EEB"/>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47" name="Google Shape;247;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Roadmap 1">
  <p:cSld name="SECTION_TITLE_AND_DESCRIPTION_1_4">
    <p:spTree>
      <p:nvGrpSpPr>
        <p:cNvPr id="1" name="Shape 248"/>
        <p:cNvGrpSpPr/>
        <p:nvPr/>
      </p:nvGrpSpPr>
      <p:grpSpPr>
        <a:xfrm>
          <a:off x="0" y="0"/>
          <a:ext cx="0" cy="0"/>
          <a:chOff x="0" y="0"/>
          <a:chExt cx="0" cy="0"/>
        </a:xfrm>
      </p:grpSpPr>
      <p:sp>
        <p:nvSpPr>
          <p:cNvPr id="249" name="Google Shape;249;p49"/>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51" name="Google Shape;251;p49"/>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252" name="Google Shape;252;p4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53" name="Google Shape;253;p49"/>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54" name="Google Shape;254;p49"/>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255" name="Google Shape;255;p49"/>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Roadmap 2">
  <p:cSld name="SECTION_TITLE_AND_DESCRIPTION_1_5">
    <p:spTree>
      <p:nvGrpSpPr>
        <p:cNvPr id="1" name="Shape 256"/>
        <p:cNvGrpSpPr/>
        <p:nvPr/>
      </p:nvGrpSpPr>
      <p:grpSpPr>
        <a:xfrm>
          <a:off x="0" y="0"/>
          <a:ext cx="0" cy="0"/>
          <a:chOff x="0" y="0"/>
          <a:chExt cx="0" cy="0"/>
        </a:xfrm>
      </p:grpSpPr>
      <p:sp>
        <p:nvSpPr>
          <p:cNvPr id="257" name="Google Shape;257;p50"/>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59" name="Google Shape;259;p50"/>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260" name="Google Shape;260;p5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61" name="Google Shape;261;p50"/>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62" name="Google Shape;262;p50"/>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263" name="Google Shape;263;p50"/>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Roadmap 3">
  <p:cSld name="SECTION_TITLE_AND_DESCRIPTION_1_6">
    <p:spTree>
      <p:nvGrpSpPr>
        <p:cNvPr id="1" name="Shape 264"/>
        <p:cNvGrpSpPr/>
        <p:nvPr/>
      </p:nvGrpSpPr>
      <p:grpSpPr>
        <a:xfrm>
          <a:off x="0" y="0"/>
          <a:ext cx="0" cy="0"/>
          <a:chOff x="0" y="0"/>
          <a:chExt cx="0" cy="0"/>
        </a:xfrm>
      </p:grpSpPr>
      <p:sp>
        <p:nvSpPr>
          <p:cNvPr id="265" name="Google Shape;265;p51"/>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67" name="Google Shape;267;p51"/>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268" name="Google Shape;268;p51"/>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69" name="Google Shape;269;p51"/>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70" name="Google Shape;270;p51"/>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271" name="Google Shape;271;p51"/>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Roadmap 4">
  <p:cSld name="SECTION_TITLE_AND_DESCRIPTION_1_7">
    <p:spTree>
      <p:nvGrpSpPr>
        <p:cNvPr id="1" name="Shape 272"/>
        <p:cNvGrpSpPr/>
        <p:nvPr/>
      </p:nvGrpSpPr>
      <p:grpSpPr>
        <a:xfrm>
          <a:off x="0" y="0"/>
          <a:ext cx="0" cy="0"/>
          <a:chOff x="0" y="0"/>
          <a:chExt cx="0" cy="0"/>
        </a:xfrm>
      </p:grpSpPr>
      <p:sp>
        <p:nvSpPr>
          <p:cNvPr id="273" name="Google Shape;273;p52"/>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75" name="Google Shape;275;p52"/>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276" name="Google Shape;276;p52"/>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77" name="Google Shape;277;p52"/>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78" name="Google Shape;278;p52"/>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279" name="Google Shape;279;p52"/>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Roadmap 5">
  <p:cSld name="SECTION_TITLE_AND_DESCRIPTION_1_8">
    <p:spTree>
      <p:nvGrpSpPr>
        <p:cNvPr id="1" name="Shape 280"/>
        <p:cNvGrpSpPr/>
        <p:nvPr/>
      </p:nvGrpSpPr>
      <p:grpSpPr>
        <a:xfrm>
          <a:off x="0" y="0"/>
          <a:ext cx="0" cy="0"/>
          <a:chOff x="0" y="0"/>
          <a:chExt cx="0" cy="0"/>
        </a:xfrm>
      </p:grpSpPr>
      <p:sp>
        <p:nvSpPr>
          <p:cNvPr id="281" name="Google Shape;281;p53"/>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83" name="Google Shape;283;p53"/>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284" name="Google Shape;284;p53"/>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5" name="Google Shape;285;p53"/>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86" name="Google Shape;286;p53"/>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287" name="Google Shape;287;p53"/>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Roadmap 6">
  <p:cSld name="SECTION_TITLE_AND_DESCRIPTION_1_9">
    <p:spTree>
      <p:nvGrpSpPr>
        <p:cNvPr id="1" name="Shape 288"/>
        <p:cNvGrpSpPr/>
        <p:nvPr/>
      </p:nvGrpSpPr>
      <p:grpSpPr>
        <a:xfrm>
          <a:off x="0" y="0"/>
          <a:ext cx="0" cy="0"/>
          <a:chOff x="0" y="0"/>
          <a:chExt cx="0" cy="0"/>
        </a:xfrm>
      </p:grpSpPr>
      <p:sp>
        <p:nvSpPr>
          <p:cNvPr id="289" name="Google Shape;289;p54"/>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91" name="Google Shape;291;p54"/>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292" name="Google Shape;292;p54"/>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93" name="Google Shape;293;p54"/>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94" name="Google Shape;294;p54"/>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295" name="Google Shape;295;p54"/>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01"/>
        <p:cNvGrpSpPr/>
        <p:nvPr/>
      </p:nvGrpSpPr>
      <p:grpSpPr>
        <a:xfrm>
          <a:off x="0" y="0"/>
          <a:ext cx="0" cy="0"/>
          <a:chOff x="0" y="0"/>
          <a:chExt cx="0" cy="0"/>
        </a:xfrm>
      </p:grpSpPr>
      <p:sp>
        <p:nvSpPr>
          <p:cNvPr id="302" name="Google Shape;302;p5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a:endParaRPr/>
          </a:p>
        </p:txBody>
      </p:sp>
      <p:sp>
        <p:nvSpPr>
          <p:cNvPr id="303" name="Google Shape;303;p56"/>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
        <p:nvSpPr>
          <p:cNvPr id="304" name="Google Shape;304;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5"/>
        <p:cNvGrpSpPr/>
        <p:nvPr/>
      </p:nvGrpSpPr>
      <p:grpSpPr>
        <a:xfrm>
          <a:off x="0" y="0"/>
          <a:ext cx="0" cy="0"/>
          <a:chOff x="0" y="0"/>
          <a:chExt cx="0" cy="0"/>
        </a:xfrm>
      </p:grpSpPr>
      <p:sp>
        <p:nvSpPr>
          <p:cNvPr id="306" name="Google Shape;306;p5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07" name="Google Shape;307;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08" name="Google Shape;308;p57"/>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9"/>
        <p:cNvGrpSpPr/>
        <p:nvPr/>
      </p:nvGrpSpPr>
      <p:grpSpPr>
        <a:xfrm>
          <a:off x="0" y="0"/>
          <a:ext cx="0" cy="0"/>
          <a:chOff x="0" y="0"/>
          <a:chExt cx="0" cy="0"/>
        </a:xfrm>
      </p:grpSpPr>
      <p:sp>
        <p:nvSpPr>
          <p:cNvPr id="310" name="Google Shape;310;p5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11" name="Google Shape;311;p5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312" name="Google Shape;312;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313" name="Google Shape;313;p58"/>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314"/>
        <p:cNvGrpSpPr/>
        <p:nvPr/>
      </p:nvGrpSpPr>
      <p:grpSpPr>
        <a:xfrm>
          <a:off x="0" y="0"/>
          <a:ext cx="0" cy="0"/>
          <a:chOff x="0" y="0"/>
          <a:chExt cx="0" cy="0"/>
        </a:xfrm>
      </p:grpSpPr>
      <p:sp>
        <p:nvSpPr>
          <p:cNvPr id="315" name="Google Shape;315;p59"/>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17" name="Google Shape;317;p59"/>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318" name="Google Shape;318;p5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319" name="Google Shape;319;p59"/>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320" name="Google Shape;320;p59"/>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321" name="Google Shape;321;p59"/>
          <p:cNvSpPr txBox="1"/>
          <p:nvPr/>
        </p:nvSpPr>
        <p:spPr>
          <a:xfrm>
            <a:off x="177925" y="4068000"/>
            <a:ext cx="4158000" cy="393600"/>
          </a:xfrm>
          <a:prstGeom prst="rect">
            <a:avLst/>
          </a:prstGeom>
          <a:noFill/>
          <a:ln>
            <a:noFill/>
          </a:ln>
        </p:spPr>
        <p:txBody>
          <a:bodyPr spcFirstLastPara="1" wrap="square" lIns="91425" tIns="91425" rIns="91425" bIns="91425" anchor="ctr" anchorCtr="0">
            <a:noAutofit/>
          </a:bodyPr>
          <a:lstStyle/>
          <a:p>
            <a:pPr marL="0" lvl="0" indent="0" algn="l" rtl="0">
              <a:spcBef>
                <a:spcPts val="600"/>
              </a:spcBef>
              <a:spcAft>
                <a:spcPts val="0"/>
              </a:spcAft>
              <a:buNone/>
            </a:pPr>
            <a:r>
              <a:rPr lang="en" sz="1600">
                <a:latin typeface="Roboto Light"/>
                <a:ea typeface="Roboto Light"/>
                <a:cs typeface="Roboto Light"/>
                <a:sym typeface="Roboto Light"/>
              </a:rPr>
              <a:t>Lecture 5</a:t>
            </a:r>
            <a:r>
              <a:rPr lang="en" sz="1600">
                <a:solidFill>
                  <a:srgbClr val="000000"/>
                </a:solidFill>
                <a:latin typeface="Roboto Light"/>
                <a:ea typeface="Roboto Light"/>
                <a:cs typeface="Roboto Light"/>
                <a:sym typeface="Roboto Light"/>
              </a:rPr>
              <a:t>, Data 100 </a:t>
            </a:r>
            <a:r>
              <a:rPr lang="en" sz="1600">
                <a:latin typeface="Roboto Light"/>
                <a:ea typeface="Roboto Light"/>
                <a:cs typeface="Roboto Light"/>
                <a:sym typeface="Roboto Light"/>
              </a:rPr>
              <a:t>Fall</a:t>
            </a:r>
            <a:r>
              <a:rPr lang="en" sz="1600">
                <a:solidFill>
                  <a:srgbClr val="000000"/>
                </a:solidFill>
                <a:latin typeface="Roboto Light"/>
                <a:ea typeface="Roboto Light"/>
                <a:cs typeface="Roboto Light"/>
                <a:sym typeface="Roboto Light"/>
              </a:rPr>
              <a:t> 2023</a:t>
            </a:r>
            <a:endParaRPr sz="1600">
              <a:solidFill>
                <a:srgbClr val="000000"/>
              </a:solidFill>
              <a:latin typeface="Roboto Light"/>
              <a:ea typeface="Roboto Light"/>
              <a:cs typeface="Roboto Light"/>
              <a:sym typeface="Roboto Light"/>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322"/>
        <p:cNvGrpSpPr/>
        <p:nvPr/>
      </p:nvGrpSpPr>
      <p:grpSpPr>
        <a:xfrm>
          <a:off x="0" y="0"/>
          <a:ext cx="0" cy="0"/>
          <a:chOff x="0" y="0"/>
          <a:chExt cx="0" cy="0"/>
        </a:xfrm>
      </p:grpSpPr>
      <p:sp>
        <p:nvSpPr>
          <p:cNvPr id="323" name="Google Shape;323;p60"/>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60"/>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25" name="Google Shape;325;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26" name="Google Shape;326;p60"/>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327" name="Google Shape;327;p60"/>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328" name="Google Shape;328;p6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29" name="Google Shape;329;p60"/>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330"/>
        <p:cNvGrpSpPr/>
        <p:nvPr/>
      </p:nvGrpSpPr>
      <p:grpSpPr>
        <a:xfrm>
          <a:off x="0" y="0"/>
          <a:ext cx="0" cy="0"/>
          <a:chOff x="0" y="0"/>
          <a:chExt cx="0" cy="0"/>
        </a:xfrm>
      </p:grpSpPr>
      <p:sp>
        <p:nvSpPr>
          <p:cNvPr id="331" name="Google Shape;331;p61"/>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61"/>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33" name="Google Shape;333;p61"/>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334" name="Google Shape;334;p61"/>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335" name="Google Shape;335;p61"/>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36" name="Google Shape;336;p61"/>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337" name="Google Shape;337;p61"/>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338" name="Google Shape;338;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39"/>
        <p:cNvGrpSpPr/>
        <p:nvPr/>
      </p:nvGrpSpPr>
      <p:grpSpPr>
        <a:xfrm>
          <a:off x="0" y="0"/>
          <a:ext cx="0" cy="0"/>
          <a:chOff x="0" y="0"/>
          <a:chExt cx="0" cy="0"/>
        </a:xfrm>
      </p:grpSpPr>
      <p:sp>
        <p:nvSpPr>
          <p:cNvPr id="340" name="Google Shape;340;p6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41" name="Google Shape;341;p62"/>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342" name="Google Shape;342;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343" name="Google Shape;343;p62"/>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344" name="Google Shape;344;p62"/>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345" name="Google Shape;345;p62"/>
          <p:cNvPicPr preferRelativeResize="0"/>
          <p:nvPr/>
        </p:nvPicPr>
        <p:blipFill>
          <a:blip r:embed="rId2">
            <a:alphaModFix/>
          </a:blip>
          <a:stretch>
            <a:fillRect/>
          </a:stretch>
        </p:blipFill>
        <p:spPr>
          <a:xfrm>
            <a:off x="8521288" y="0"/>
            <a:ext cx="622725" cy="622725"/>
          </a:xfrm>
          <a:prstGeom prst="rect">
            <a:avLst/>
          </a:prstGeom>
          <a:noFill/>
          <a:ln>
            <a:noFill/>
          </a:ln>
        </p:spPr>
      </p:pic>
      <p:sp>
        <p:nvSpPr>
          <p:cNvPr id="346" name="Google Shape;346;p62"/>
          <p:cNvSpPr txBox="1"/>
          <p:nvPr/>
        </p:nvSpPr>
        <p:spPr>
          <a:xfrm>
            <a:off x="8558288" y="572700"/>
            <a:ext cx="548700" cy="153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000">
                <a:latin typeface="Roboto Light"/>
                <a:ea typeface="Roboto Light"/>
                <a:cs typeface="Roboto Light"/>
                <a:sym typeface="Roboto Light"/>
              </a:rPr>
              <a:t>1599227</a:t>
            </a:r>
            <a:endParaRPr sz="1000">
              <a:latin typeface="Roboto Light"/>
              <a:ea typeface="Roboto Light"/>
              <a:cs typeface="Roboto Light"/>
              <a:sym typeface="Roboto Light"/>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7"/>
        <p:cNvGrpSpPr/>
        <p:nvPr/>
      </p:nvGrpSpPr>
      <p:grpSpPr>
        <a:xfrm>
          <a:off x="0" y="0"/>
          <a:ext cx="0" cy="0"/>
          <a:chOff x="0" y="0"/>
          <a:chExt cx="0" cy="0"/>
        </a:xfrm>
      </p:grpSpPr>
      <p:sp>
        <p:nvSpPr>
          <p:cNvPr id="348" name="Google Shape;348;p6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49" name="Google Shape;349;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350" name="Google Shape;350;p63"/>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pic>
        <p:nvPicPr>
          <p:cNvPr id="351" name="Google Shape;351;p63"/>
          <p:cNvPicPr preferRelativeResize="0"/>
          <p:nvPr/>
        </p:nvPicPr>
        <p:blipFill>
          <a:blip r:embed="rId2">
            <a:alphaModFix/>
          </a:blip>
          <a:stretch>
            <a:fillRect/>
          </a:stretch>
        </p:blipFill>
        <p:spPr>
          <a:xfrm>
            <a:off x="8521288" y="0"/>
            <a:ext cx="622725" cy="622725"/>
          </a:xfrm>
          <a:prstGeom prst="rect">
            <a:avLst/>
          </a:prstGeom>
          <a:noFill/>
          <a:ln>
            <a:noFill/>
          </a:ln>
        </p:spPr>
      </p:pic>
      <p:sp>
        <p:nvSpPr>
          <p:cNvPr id="352" name="Google Shape;352;p63"/>
          <p:cNvSpPr txBox="1"/>
          <p:nvPr/>
        </p:nvSpPr>
        <p:spPr>
          <a:xfrm>
            <a:off x="8558288" y="572700"/>
            <a:ext cx="548700" cy="153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000">
                <a:latin typeface="Roboto Light"/>
                <a:ea typeface="Roboto Light"/>
                <a:cs typeface="Roboto Light"/>
                <a:sym typeface="Roboto Light"/>
              </a:rPr>
              <a:t>1599227</a:t>
            </a:r>
            <a:endParaRPr sz="1000">
              <a:latin typeface="Roboto Light"/>
              <a:ea typeface="Roboto Light"/>
              <a:cs typeface="Roboto Light"/>
              <a:sym typeface="Roboto Light"/>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3"/>
        <p:cNvGrpSpPr/>
        <p:nvPr/>
      </p:nvGrpSpPr>
      <p:grpSpPr>
        <a:xfrm>
          <a:off x="0" y="0"/>
          <a:ext cx="0" cy="0"/>
          <a:chOff x="0" y="0"/>
          <a:chExt cx="0" cy="0"/>
        </a:xfrm>
      </p:grpSpPr>
      <p:sp>
        <p:nvSpPr>
          <p:cNvPr id="354" name="Google Shape;354;p6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355" name="Google Shape;355;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356"/>
        <p:cNvGrpSpPr/>
        <p:nvPr/>
      </p:nvGrpSpPr>
      <p:grpSpPr>
        <a:xfrm>
          <a:off x="0" y="0"/>
          <a:ext cx="0" cy="0"/>
          <a:chOff x="0" y="0"/>
          <a:chExt cx="0" cy="0"/>
        </a:xfrm>
      </p:grpSpPr>
      <p:sp>
        <p:nvSpPr>
          <p:cNvPr id="357" name="Google Shape;357;p65"/>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65"/>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59" name="Google Shape;359;p65"/>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60" name="Google Shape;360;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61" name="Google Shape;361;p65"/>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62"/>
        <p:cNvGrpSpPr/>
        <p:nvPr/>
      </p:nvGrpSpPr>
      <p:grpSpPr>
        <a:xfrm>
          <a:off x="0" y="0"/>
          <a:ext cx="0" cy="0"/>
          <a:chOff x="0" y="0"/>
          <a:chExt cx="0" cy="0"/>
        </a:xfrm>
      </p:grpSpPr>
      <p:sp>
        <p:nvSpPr>
          <p:cNvPr id="363" name="Google Shape;363;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64" name="Google Shape;364;p66"/>
          <p:cNvSpPr txBox="1">
            <a:spLocks noGrp="1"/>
          </p:cNvSpPr>
          <p:nvPr>
            <p:ph type="title"/>
          </p:nvPr>
        </p:nvSpPr>
        <p:spPr>
          <a:xfrm>
            <a:off x="95425" y="4382350"/>
            <a:ext cx="8425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cxnSp>
        <p:nvCxnSpPr>
          <p:cNvPr id="365" name="Google Shape;365;p66"/>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66"/>
        <p:cNvGrpSpPr/>
        <p:nvPr/>
      </p:nvGrpSpPr>
      <p:grpSpPr>
        <a:xfrm>
          <a:off x="0" y="0"/>
          <a:ext cx="0" cy="0"/>
          <a:chOff x="0" y="0"/>
          <a:chExt cx="0" cy="0"/>
        </a:xfrm>
      </p:grpSpPr>
      <p:sp>
        <p:nvSpPr>
          <p:cNvPr id="367" name="Google Shape;367;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368"/>
        <p:cNvGrpSpPr/>
        <p:nvPr/>
      </p:nvGrpSpPr>
      <p:grpSpPr>
        <a:xfrm>
          <a:off x="0" y="0"/>
          <a:ext cx="0" cy="0"/>
          <a:chOff x="0" y="0"/>
          <a:chExt cx="0" cy="0"/>
        </a:xfrm>
      </p:grpSpPr>
      <p:sp>
        <p:nvSpPr>
          <p:cNvPr id="369" name="Google Shape;369;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370"/>
        <p:cNvGrpSpPr/>
        <p:nvPr/>
      </p:nvGrpSpPr>
      <p:grpSpPr>
        <a:xfrm>
          <a:off x="0" y="0"/>
          <a:ext cx="0" cy="0"/>
          <a:chOff x="0" y="0"/>
          <a:chExt cx="0" cy="0"/>
        </a:xfrm>
      </p:grpSpPr>
      <p:sp>
        <p:nvSpPr>
          <p:cNvPr id="371" name="Google Shape;371;p69"/>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73" name="Google Shape;373;p69"/>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374" name="Google Shape;374;p6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375" name="Google Shape;375;p69"/>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376" name="Google Shape;376;p69"/>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377" name="Google Shape;377;p69"/>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6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 Top">
  <p:cSld name="TITLE_AND_BODY_1">
    <p:spTree>
      <p:nvGrpSpPr>
        <p:cNvPr id="1" name="Shape 378"/>
        <p:cNvGrpSpPr/>
        <p:nvPr/>
      </p:nvGrpSpPr>
      <p:grpSpPr>
        <a:xfrm>
          <a:off x="0" y="0"/>
          <a:ext cx="0" cy="0"/>
          <a:chOff x="0" y="0"/>
          <a:chExt cx="0" cy="0"/>
        </a:xfrm>
      </p:grpSpPr>
      <p:sp>
        <p:nvSpPr>
          <p:cNvPr id="379" name="Google Shape;379;p70"/>
          <p:cNvSpPr txBox="1">
            <a:spLocks noGrp="1"/>
          </p:cNvSpPr>
          <p:nvPr>
            <p:ph type="title"/>
          </p:nvPr>
        </p:nvSpPr>
        <p:spPr>
          <a:xfrm>
            <a:off x="357188" y="198377"/>
            <a:ext cx="8429700" cy="624000"/>
          </a:xfrm>
          <a:prstGeom prst="rect">
            <a:avLst/>
          </a:prstGeom>
          <a:noFill/>
          <a:ln>
            <a:noFill/>
          </a:ln>
        </p:spPr>
        <p:txBody>
          <a:bodyPr spcFirstLastPara="1" wrap="square" lIns="19050" tIns="19050" rIns="19050" bIns="19050" anchor="ctr" anchorCtr="0">
            <a:noAutofit/>
          </a:bodyPr>
          <a:lstStyle>
            <a:lvl1pPr lvl="0" algn="ctr" rtl="0">
              <a:lnSpc>
                <a:spcPct val="90000"/>
              </a:lnSpc>
              <a:spcBef>
                <a:spcPts val="900"/>
              </a:spcBef>
              <a:spcAft>
                <a:spcPts val="0"/>
              </a:spcAft>
              <a:buClr>
                <a:srgbClr val="013262"/>
              </a:buClr>
              <a:buSzPts val="700"/>
              <a:buNone/>
              <a:defRPr/>
            </a:lvl1pPr>
            <a:lvl2pPr lvl="1" algn="ctr" rtl="0">
              <a:lnSpc>
                <a:spcPct val="90000"/>
              </a:lnSpc>
              <a:spcBef>
                <a:spcPts val="900"/>
              </a:spcBef>
              <a:spcAft>
                <a:spcPts val="0"/>
              </a:spcAft>
              <a:buClr>
                <a:srgbClr val="013262"/>
              </a:buClr>
              <a:buSzPts val="700"/>
              <a:buNone/>
              <a:defRPr/>
            </a:lvl2pPr>
            <a:lvl3pPr lvl="2" algn="ctr" rtl="0">
              <a:lnSpc>
                <a:spcPct val="90000"/>
              </a:lnSpc>
              <a:spcBef>
                <a:spcPts val="900"/>
              </a:spcBef>
              <a:spcAft>
                <a:spcPts val="0"/>
              </a:spcAft>
              <a:buClr>
                <a:srgbClr val="013262"/>
              </a:buClr>
              <a:buSzPts val="700"/>
              <a:buNone/>
              <a:defRPr/>
            </a:lvl3pPr>
            <a:lvl4pPr lvl="3" algn="ctr" rtl="0">
              <a:lnSpc>
                <a:spcPct val="90000"/>
              </a:lnSpc>
              <a:spcBef>
                <a:spcPts val="900"/>
              </a:spcBef>
              <a:spcAft>
                <a:spcPts val="0"/>
              </a:spcAft>
              <a:buClr>
                <a:srgbClr val="013262"/>
              </a:buClr>
              <a:buSzPts val="700"/>
              <a:buNone/>
              <a:defRPr/>
            </a:lvl4pPr>
            <a:lvl5pPr lvl="4" algn="ctr" rtl="0">
              <a:lnSpc>
                <a:spcPct val="90000"/>
              </a:lnSpc>
              <a:spcBef>
                <a:spcPts val="900"/>
              </a:spcBef>
              <a:spcAft>
                <a:spcPts val="0"/>
              </a:spcAft>
              <a:buClr>
                <a:srgbClr val="013262"/>
              </a:buClr>
              <a:buSzPts val="700"/>
              <a:buNone/>
              <a:defRPr/>
            </a:lvl5pPr>
            <a:lvl6pPr lvl="5" algn="ctr" rtl="0">
              <a:lnSpc>
                <a:spcPct val="90000"/>
              </a:lnSpc>
              <a:spcBef>
                <a:spcPts val="900"/>
              </a:spcBef>
              <a:spcAft>
                <a:spcPts val="0"/>
              </a:spcAft>
              <a:buClr>
                <a:srgbClr val="013262"/>
              </a:buClr>
              <a:buSzPts val="700"/>
              <a:buNone/>
              <a:defRPr/>
            </a:lvl6pPr>
            <a:lvl7pPr lvl="6" algn="ctr" rtl="0">
              <a:lnSpc>
                <a:spcPct val="90000"/>
              </a:lnSpc>
              <a:spcBef>
                <a:spcPts val="900"/>
              </a:spcBef>
              <a:spcAft>
                <a:spcPts val="0"/>
              </a:spcAft>
              <a:buClr>
                <a:srgbClr val="013262"/>
              </a:buClr>
              <a:buSzPts val="700"/>
              <a:buNone/>
              <a:defRPr/>
            </a:lvl7pPr>
            <a:lvl8pPr lvl="7" algn="ctr" rtl="0">
              <a:lnSpc>
                <a:spcPct val="90000"/>
              </a:lnSpc>
              <a:spcBef>
                <a:spcPts val="900"/>
              </a:spcBef>
              <a:spcAft>
                <a:spcPts val="0"/>
              </a:spcAft>
              <a:buClr>
                <a:srgbClr val="013262"/>
              </a:buClr>
              <a:buSzPts val="700"/>
              <a:buNone/>
              <a:defRPr/>
            </a:lvl8pPr>
            <a:lvl9pPr lvl="8" algn="ctr" rtl="0">
              <a:lnSpc>
                <a:spcPct val="90000"/>
              </a:lnSpc>
              <a:spcBef>
                <a:spcPts val="900"/>
              </a:spcBef>
              <a:spcAft>
                <a:spcPts val="0"/>
              </a:spcAft>
              <a:buClr>
                <a:srgbClr val="013262"/>
              </a:buClr>
              <a:buSzPts val="700"/>
              <a:buNone/>
              <a:defRPr/>
            </a:lvl9pPr>
          </a:lstStyle>
          <a:p>
            <a:endParaRPr/>
          </a:p>
        </p:txBody>
      </p:sp>
      <p:sp>
        <p:nvSpPr>
          <p:cNvPr id="380" name="Google Shape;380;p70"/>
          <p:cNvSpPr txBox="1">
            <a:spLocks noGrp="1"/>
          </p:cNvSpPr>
          <p:nvPr>
            <p:ph type="sldNum" idx="12"/>
          </p:nvPr>
        </p:nvSpPr>
        <p:spPr>
          <a:xfrm>
            <a:off x="4491037" y="4881563"/>
            <a:ext cx="157200" cy="190500"/>
          </a:xfrm>
          <a:prstGeom prst="rect">
            <a:avLst/>
          </a:prstGeom>
          <a:noFill/>
          <a:ln>
            <a:noFill/>
          </a:ln>
        </p:spPr>
        <p:txBody>
          <a:bodyPr spcFirstLastPara="1" wrap="square" lIns="19050" tIns="19050" rIns="19050" bIns="19050" anchor="t" anchorCtr="0">
            <a:noAutofit/>
          </a:bodyPr>
          <a:lstStyle>
            <a:lvl1pPr marL="0" lvl="0"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1pPr>
            <a:lvl2pPr marL="0" lvl="1"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2pPr>
            <a:lvl3pPr marL="0" lvl="2"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3pPr>
            <a:lvl4pPr marL="0" lvl="3"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4pPr>
            <a:lvl5pPr marL="0" lvl="4"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5pPr>
            <a:lvl6pPr marL="0" lvl="5"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6pPr>
            <a:lvl7pPr marL="0" lvl="6"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7pPr>
            <a:lvl8pPr marL="0" lvl="7"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8pPr>
            <a:lvl9pPr marL="0" lvl="8"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9pPr>
          </a:lstStyle>
          <a:p>
            <a:pPr marL="0" lvl="0" indent="0" algn="ctr" rtl="0">
              <a:spcBef>
                <a:spcPts val="0"/>
              </a:spcBef>
              <a:spcAft>
                <a:spcPts val="0"/>
              </a:spcAft>
              <a:buNone/>
            </a:pPr>
            <a:fld id="{00000000-1234-1234-1234-123412341234}" type="slidenum">
              <a:rPr lang="en"/>
              <a:t>‹#›</a:t>
            </a:fld>
            <a:endParaRPr sz="1000">
              <a:solidFill>
                <a:schemeClr val="dk1"/>
              </a:solidFill>
              <a:latin typeface="Roboto"/>
              <a:ea typeface="Roboto"/>
              <a:cs typeface="Roboto"/>
              <a:sym typeface="Roboto"/>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 Top 1">
  <p:cSld name="TITLE_AND_BODY_2">
    <p:spTree>
      <p:nvGrpSpPr>
        <p:cNvPr id="1" name="Shape 381"/>
        <p:cNvGrpSpPr/>
        <p:nvPr/>
      </p:nvGrpSpPr>
      <p:grpSpPr>
        <a:xfrm>
          <a:off x="0" y="0"/>
          <a:ext cx="0" cy="0"/>
          <a:chOff x="0" y="0"/>
          <a:chExt cx="0" cy="0"/>
        </a:xfrm>
      </p:grpSpPr>
      <p:sp>
        <p:nvSpPr>
          <p:cNvPr id="382" name="Google Shape;382;p71"/>
          <p:cNvSpPr txBox="1">
            <a:spLocks noGrp="1"/>
          </p:cNvSpPr>
          <p:nvPr>
            <p:ph type="title"/>
          </p:nvPr>
        </p:nvSpPr>
        <p:spPr>
          <a:xfrm>
            <a:off x="357188" y="198377"/>
            <a:ext cx="8429700" cy="624000"/>
          </a:xfrm>
          <a:prstGeom prst="rect">
            <a:avLst/>
          </a:prstGeom>
          <a:noFill/>
          <a:ln>
            <a:noFill/>
          </a:ln>
        </p:spPr>
        <p:txBody>
          <a:bodyPr spcFirstLastPara="1" wrap="square" lIns="19050" tIns="19050" rIns="19050" bIns="19050" anchor="ctr" anchorCtr="0">
            <a:noAutofit/>
          </a:bodyPr>
          <a:lstStyle>
            <a:lvl1pPr lvl="0" algn="ctr" rtl="0">
              <a:lnSpc>
                <a:spcPct val="90000"/>
              </a:lnSpc>
              <a:spcBef>
                <a:spcPts val="900"/>
              </a:spcBef>
              <a:spcAft>
                <a:spcPts val="0"/>
              </a:spcAft>
              <a:buClr>
                <a:srgbClr val="013262"/>
              </a:buClr>
              <a:buSzPts val="700"/>
              <a:buNone/>
              <a:defRPr/>
            </a:lvl1pPr>
            <a:lvl2pPr lvl="1" algn="ctr" rtl="0">
              <a:lnSpc>
                <a:spcPct val="90000"/>
              </a:lnSpc>
              <a:spcBef>
                <a:spcPts val="900"/>
              </a:spcBef>
              <a:spcAft>
                <a:spcPts val="0"/>
              </a:spcAft>
              <a:buClr>
                <a:srgbClr val="013262"/>
              </a:buClr>
              <a:buSzPts val="700"/>
              <a:buNone/>
              <a:defRPr/>
            </a:lvl2pPr>
            <a:lvl3pPr lvl="2" algn="ctr" rtl="0">
              <a:lnSpc>
                <a:spcPct val="90000"/>
              </a:lnSpc>
              <a:spcBef>
                <a:spcPts val="900"/>
              </a:spcBef>
              <a:spcAft>
                <a:spcPts val="0"/>
              </a:spcAft>
              <a:buClr>
                <a:srgbClr val="013262"/>
              </a:buClr>
              <a:buSzPts val="700"/>
              <a:buNone/>
              <a:defRPr/>
            </a:lvl3pPr>
            <a:lvl4pPr lvl="3" algn="ctr" rtl="0">
              <a:lnSpc>
                <a:spcPct val="90000"/>
              </a:lnSpc>
              <a:spcBef>
                <a:spcPts val="900"/>
              </a:spcBef>
              <a:spcAft>
                <a:spcPts val="0"/>
              </a:spcAft>
              <a:buClr>
                <a:srgbClr val="013262"/>
              </a:buClr>
              <a:buSzPts val="700"/>
              <a:buNone/>
              <a:defRPr/>
            </a:lvl4pPr>
            <a:lvl5pPr lvl="4" algn="ctr" rtl="0">
              <a:lnSpc>
                <a:spcPct val="90000"/>
              </a:lnSpc>
              <a:spcBef>
                <a:spcPts val="900"/>
              </a:spcBef>
              <a:spcAft>
                <a:spcPts val="0"/>
              </a:spcAft>
              <a:buClr>
                <a:srgbClr val="013262"/>
              </a:buClr>
              <a:buSzPts val="700"/>
              <a:buNone/>
              <a:defRPr/>
            </a:lvl5pPr>
            <a:lvl6pPr lvl="5" algn="ctr" rtl="0">
              <a:lnSpc>
                <a:spcPct val="90000"/>
              </a:lnSpc>
              <a:spcBef>
                <a:spcPts val="900"/>
              </a:spcBef>
              <a:spcAft>
                <a:spcPts val="0"/>
              </a:spcAft>
              <a:buClr>
                <a:srgbClr val="013262"/>
              </a:buClr>
              <a:buSzPts val="700"/>
              <a:buNone/>
              <a:defRPr/>
            </a:lvl6pPr>
            <a:lvl7pPr lvl="6" algn="ctr" rtl="0">
              <a:lnSpc>
                <a:spcPct val="90000"/>
              </a:lnSpc>
              <a:spcBef>
                <a:spcPts val="900"/>
              </a:spcBef>
              <a:spcAft>
                <a:spcPts val="0"/>
              </a:spcAft>
              <a:buClr>
                <a:srgbClr val="013262"/>
              </a:buClr>
              <a:buSzPts val="700"/>
              <a:buNone/>
              <a:defRPr/>
            </a:lvl7pPr>
            <a:lvl8pPr lvl="7" algn="ctr" rtl="0">
              <a:lnSpc>
                <a:spcPct val="90000"/>
              </a:lnSpc>
              <a:spcBef>
                <a:spcPts val="900"/>
              </a:spcBef>
              <a:spcAft>
                <a:spcPts val="0"/>
              </a:spcAft>
              <a:buClr>
                <a:srgbClr val="013262"/>
              </a:buClr>
              <a:buSzPts val="700"/>
              <a:buNone/>
              <a:defRPr/>
            </a:lvl8pPr>
            <a:lvl9pPr lvl="8" algn="ctr" rtl="0">
              <a:lnSpc>
                <a:spcPct val="90000"/>
              </a:lnSpc>
              <a:spcBef>
                <a:spcPts val="900"/>
              </a:spcBef>
              <a:spcAft>
                <a:spcPts val="0"/>
              </a:spcAft>
              <a:buClr>
                <a:srgbClr val="013262"/>
              </a:buClr>
              <a:buSzPts val="700"/>
              <a:buNone/>
              <a:defRPr/>
            </a:lvl9pPr>
          </a:lstStyle>
          <a:p>
            <a:endParaRPr/>
          </a:p>
        </p:txBody>
      </p:sp>
      <p:sp>
        <p:nvSpPr>
          <p:cNvPr id="383" name="Google Shape;383;p71"/>
          <p:cNvSpPr txBox="1">
            <a:spLocks noGrp="1"/>
          </p:cNvSpPr>
          <p:nvPr>
            <p:ph type="sldNum" idx="12"/>
          </p:nvPr>
        </p:nvSpPr>
        <p:spPr>
          <a:xfrm>
            <a:off x="4491037" y="4881563"/>
            <a:ext cx="157200" cy="190500"/>
          </a:xfrm>
          <a:prstGeom prst="rect">
            <a:avLst/>
          </a:prstGeom>
          <a:noFill/>
          <a:ln>
            <a:noFill/>
          </a:ln>
        </p:spPr>
        <p:txBody>
          <a:bodyPr spcFirstLastPara="1" wrap="square" lIns="19050" tIns="19050" rIns="19050" bIns="19050" anchor="t" anchorCtr="0">
            <a:noAutofit/>
          </a:bodyPr>
          <a:lstStyle>
            <a:lvl1pPr marL="0" lvl="0"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1pPr>
            <a:lvl2pPr marL="0" lvl="1"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2pPr>
            <a:lvl3pPr marL="0" lvl="2"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3pPr>
            <a:lvl4pPr marL="0" lvl="3"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4pPr>
            <a:lvl5pPr marL="0" lvl="4"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5pPr>
            <a:lvl6pPr marL="0" lvl="5"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6pPr>
            <a:lvl7pPr marL="0" lvl="6"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7pPr>
            <a:lvl8pPr marL="0" lvl="7"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8pPr>
            <a:lvl9pPr marL="0" lvl="8"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9pPr>
          </a:lstStyle>
          <a:p>
            <a:pPr marL="0" lvl="0" indent="0" algn="ctr" rtl="0">
              <a:spcBef>
                <a:spcPts val="0"/>
              </a:spcBef>
              <a:spcAft>
                <a:spcPts val="0"/>
              </a:spcAft>
              <a:buNone/>
            </a:pPr>
            <a:fld id="{00000000-1234-1234-1234-123412341234}" type="slidenum">
              <a:rPr lang="en"/>
              <a:t>‹#›</a:t>
            </a:fld>
            <a:endParaRPr sz="1000">
              <a:solidFill>
                <a:schemeClr val="dk1"/>
              </a:solidFill>
              <a:latin typeface="Roboto"/>
              <a:ea typeface="Roboto"/>
              <a:cs typeface="Roboto"/>
              <a:sym typeface="Roboto"/>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384"/>
        <p:cNvGrpSpPr/>
        <p:nvPr/>
      </p:nvGrpSpPr>
      <p:grpSpPr>
        <a:xfrm>
          <a:off x="0" y="0"/>
          <a:ext cx="0" cy="0"/>
          <a:chOff x="0" y="0"/>
          <a:chExt cx="0" cy="0"/>
        </a:xfrm>
      </p:grpSpPr>
      <p:sp>
        <p:nvSpPr>
          <p:cNvPr id="385" name="Google Shape;385;p72"/>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7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87" name="Google Shape;387;p7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88" name="Google Shape;388;p72"/>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389" name="Google Shape;389;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390"/>
        <p:cNvGrpSpPr/>
        <p:nvPr/>
      </p:nvGrpSpPr>
      <p:grpSpPr>
        <a:xfrm>
          <a:off x="0" y="0"/>
          <a:ext cx="0" cy="0"/>
          <a:chOff x="0" y="0"/>
          <a:chExt cx="0" cy="0"/>
        </a:xfrm>
      </p:grpSpPr>
      <p:sp>
        <p:nvSpPr>
          <p:cNvPr id="391" name="Google Shape;391;p73"/>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93" name="Google Shape;393;p73"/>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394" name="Google Shape;394;p73"/>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395" name="Google Shape;395;p73"/>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396" name="Google Shape;396;p73"/>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397"/>
        <p:cNvGrpSpPr/>
        <p:nvPr/>
      </p:nvGrpSpPr>
      <p:grpSpPr>
        <a:xfrm>
          <a:off x="0" y="0"/>
          <a:ext cx="0" cy="0"/>
          <a:chOff x="0" y="0"/>
          <a:chExt cx="0" cy="0"/>
        </a:xfrm>
      </p:grpSpPr>
      <p:sp>
        <p:nvSpPr>
          <p:cNvPr id="398" name="Google Shape;398;p74"/>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00" name="Google Shape;400;p74"/>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401" name="Google Shape;401;p74"/>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402" name="Google Shape;402;p74"/>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03" name="Google Shape;403;p74"/>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404" name="Google Shape;404;p74"/>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405"/>
        <p:cNvGrpSpPr/>
        <p:nvPr/>
      </p:nvGrpSpPr>
      <p:grpSpPr>
        <a:xfrm>
          <a:off x="0" y="0"/>
          <a:ext cx="0" cy="0"/>
          <a:chOff x="0" y="0"/>
          <a:chExt cx="0" cy="0"/>
        </a:xfrm>
      </p:grpSpPr>
      <p:sp>
        <p:nvSpPr>
          <p:cNvPr id="406" name="Google Shape;406;p7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07" name="Google Shape;407;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408"/>
        <p:cNvGrpSpPr/>
        <p:nvPr/>
      </p:nvGrpSpPr>
      <p:grpSpPr>
        <a:xfrm>
          <a:off x="0" y="0"/>
          <a:ext cx="0" cy="0"/>
          <a:chOff x="0" y="0"/>
          <a:chExt cx="0" cy="0"/>
        </a:xfrm>
      </p:grpSpPr>
      <p:sp>
        <p:nvSpPr>
          <p:cNvPr id="409" name="Google Shape;409;p76"/>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11" name="Google Shape;411;p76"/>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412" name="Google Shape;412;p76"/>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413" name="Google Shape;413;p76"/>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1_Section Header">
  <p:cSld name="SECTION_HEADER_1_1">
    <p:bg>
      <p:bgPr>
        <a:solidFill>
          <a:srgbClr val="4A86E8"/>
        </a:solidFill>
        <a:effectLst/>
      </p:bgPr>
    </p:bg>
    <p:spTree>
      <p:nvGrpSpPr>
        <p:cNvPr id="1" name="Shape 414"/>
        <p:cNvGrpSpPr/>
        <p:nvPr/>
      </p:nvGrpSpPr>
      <p:grpSpPr>
        <a:xfrm>
          <a:off x="0" y="0"/>
          <a:ext cx="0" cy="0"/>
          <a:chOff x="0" y="0"/>
          <a:chExt cx="0" cy="0"/>
        </a:xfrm>
      </p:grpSpPr>
      <p:sp>
        <p:nvSpPr>
          <p:cNvPr id="415" name="Google Shape;415;p77"/>
          <p:cNvSpPr txBox="1">
            <a:spLocks noGrp="1"/>
          </p:cNvSpPr>
          <p:nvPr>
            <p:ph type="title"/>
          </p:nvPr>
        </p:nvSpPr>
        <p:spPr>
          <a:xfrm>
            <a:off x="623888" y="1282305"/>
            <a:ext cx="7886700" cy="2139600"/>
          </a:xfrm>
          <a:prstGeom prst="rect">
            <a:avLst/>
          </a:prstGeom>
          <a:noFill/>
          <a:ln>
            <a:noFill/>
          </a:ln>
        </p:spPr>
        <p:txBody>
          <a:bodyPr spcFirstLastPara="1" wrap="square" lIns="68575" tIns="34275" rIns="68575" bIns="34275" anchor="b" anchorCtr="0">
            <a:noAutofit/>
          </a:bodyPr>
          <a:lstStyle>
            <a:lvl1pPr lvl="0" algn="l" rtl="0">
              <a:lnSpc>
                <a:spcPct val="90000"/>
              </a:lnSpc>
              <a:spcBef>
                <a:spcPts val="0"/>
              </a:spcBef>
              <a:spcAft>
                <a:spcPts val="0"/>
              </a:spcAft>
              <a:buClr>
                <a:schemeClr val="lt1"/>
              </a:buClr>
              <a:buSzPts val="4500"/>
              <a:buFont typeface="Century Gothic"/>
              <a:buNone/>
              <a:defRPr sz="45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6" name="Google Shape;416;p77"/>
          <p:cNvSpPr txBox="1">
            <a:spLocks noGrp="1"/>
          </p:cNvSpPr>
          <p:nvPr>
            <p:ph type="body" idx="1"/>
          </p:nvPr>
        </p:nvSpPr>
        <p:spPr>
          <a:xfrm>
            <a:off x="623888" y="3442098"/>
            <a:ext cx="7886700" cy="11253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1700"/>
              </a:spcBef>
              <a:spcAft>
                <a:spcPts val="0"/>
              </a:spcAft>
              <a:buClr>
                <a:schemeClr val="lt1"/>
              </a:buClr>
              <a:buSzPts val="1800"/>
              <a:buNone/>
              <a:defRPr sz="1800">
                <a:solidFill>
                  <a:schemeClr val="lt1"/>
                </a:solidFill>
              </a:defRPr>
            </a:lvl1pPr>
            <a:lvl2pPr marL="914400" lvl="1" indent="-228600" algn="l" rtl="0">
              <a:lnSpc>
                <a:spcPct val="90000"/>
              </a:lnSpc>
              <a:spcBef>
                <a:spcPts val="400"/>
              </a:spcBef>
              <a:spcAft>
                <a:spcPts val="0"/>
              </a:spcAft>
              <a:buClr>
                <a:srgbClr val="888888"/>
              </a:buClr>
              <a:buSzPts val="1500"/>
              <a:buNone/>
              <a:defRPr sz="1500">
                <a:solidFill>
                  <a:srgbClr val="888888"/>
                </a:solidFill>
              </a:defRPr>
            </a:lvl2pPr>
            <a:lvl3pPr marL="1371600" lvl="2" indent="-228600" algn="l" rtl="0">
              <a:lnSpc>
                <a:spcPct val="90000"/>
              </a:lnSpc>
              <a:spcBef>
                <a:spcPts val="400"/>
              </a:spcBef>
              <a:spcAft>
                <a:spcPts val="0"/>
              </a:spcAft>
              <a:buClr>
                <a:srgbClr val="888888"/>
              </a:buClr>
              <a:buSzPts val="1400"/>
              <a:buNone/>
              <a:defRPr sz="1400">
                <a:solidFill>
                  <a:srgbClr val="888888"/>
                </a:solidFill>
              </a:defRPr>
            </a:lvl3pPr>
            <a:lvl4pPr marL="1828800" lvl="3" indent="-228600" algn="l" rtl="0">
              <a:lnSpc>
                <a:spcPct val="90000"/>
              </a:lnSpc>
              <a:spcBef>
                <a:spcPts val="400"/>
              </a:spcBef>
              <a:spcAft>
                <a:spcPts val="0"/>
              </a:spcAft>
              <a:buClr>
                <a:srgbClr val="888888"/>
              </a:buClr>
              <a:buSzPts val="1200"/>
              <a:buNone/>
              <a:defRPr sz="1200">
                <a:solidFill>
                  <a:srgbClr val="888888"/>
                </a:solidFill>
              </a:defRPr>
            </a:lvl4pPr>
            <a:lvl5pPr marL="2286000" lvl="4" indent="-228600" algn="l" rtl="0">
              <a:lnSpc>
                <a:spcPct val="90000"/>
              </a:lnSpc>
              <a:spcBef>
                <a:spcPts val="400"/>
              </a:spcBef>
              <a:spcAft>
                <a:spcPts val="0"/>
              </a:spcAft>
              <a:buClr>
                <a:srgbClr val="888888"/>
              </a:buClr>
              <a:buSzPts val="1200"/>
              <a:buNone/>
              <a:defRPr sz="1200">
                <a:solidFill>
                  <a:srgbClr val="888888"/>
                </a:solidFill>
              </a:defRPr>
            </a:lvl5pPr>
            <a:lvl6pPr marL="2743200" lvl="5" indent="-228600" algn="l" rtl="0">
              <a:lnSpc>
                <a:spcPct val="90000"/>
              </a:lnSpc>
              <a:spcBef>
                <a:spcPts val="400"/>
              </a:spcBef>
              <a:spcAft>
                <a:spcPts val="0"/>
              </a:spcAft>
              <a:buClr>
                <a:srgbClr val="888888"/>
              </a:buClr>
              <a:buSzPts val="1200"/>
              <a:buNone/>
              <a:defRPr sz="1200">
                <a:solidFill>
                  <a:srgbClr val="888888"/>
                </a:solidFill>
              </a:defRPr>
            </a:lvl6pPr>
            <a:lvl7pPr marL="3200400" lvl="6" indent="-228600" algn="l" rtl="0">
              <a:lnSpc>
                <a:spcPct val="90000"/>
              </a:lnSpc>
              <a:spcBef>
                <a:spcPts val="400"/>
              </a:spcBef>
              <a:spcAft>
                <a:spcPts val="0"/>
              </a:spcAft>
              <a:buClr>
                <a:srgbClr val="888888"/>
              </a:buClr>
              <a:buSzPts val="1200"/>
              <a:buNone/>
              <a:defRPr sz="1200">
                <a:solidFill>
                  <a:srgbClr val="888888"/>
                </a:solidFill>
              </a:defRPr>
            </a:lvl7pPr>
            <a:lvl8pPr marL="3657600" lvl="7" indent="-228600" algn="l" rtl="0">
              <a:lnSpc>
                <a:spcPct val="90000"/>
              </a:lnSpc>
              <a:spcBef>
                <a:spcPts val="400"/>
              </a:spcBef>
              <a:spcAft>
                <a:spcPts val="0"/>
              </a:spcAft>
              <a:buClr>
                <a:srgbClr val="888888"/>
              </a:buClr>
              <a:buSzPts val="1200"/>
              <a:buNone/>
              <a:defRPr sz="1200">
                <a:solidFill>
                  <a:srgbClr val="888888"/>
                </a:solidFill>
              </a:defRPr>
            </a:lvl8pPr>
            <a:lvl9pPr marL="4114800" lvl="8" indent="-228600" algn="l" rtl="0">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417" name="Google Shape;417;p7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solidFill>
                  <a:schemeClr val="lt1"/>
                </a:solidFill>
              </a:defRPr>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418" name="Google Shape;418;p7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solidFill>
                  <a:schemeClr val="lt1"/>
                </a:solidFill>
              </a:defRPr>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419" name="Google Shape;419;p77"/>
          <p:cNvSpPr txBox="1">
            <a:spLocks noGrp="1"/>
          </p:cNvSpPr>
          <p:nvPr>
            <p:ph type="sldNum" idx="12"/>
          </p:nvPr>
        </p:nvSpPr>
        <p:spPr>
          <a:xfrm>
            <a:off x="-19050" y="4767263"/>
            <a:ext cx="2057400" cy="273900"/>
          </a:xfrm>
          <a:prstGeom prst="rect">
            <a:avLst/>
          </a:prstGeom>
          <a:noFill/>
          <a:ln>
            <a:noFill/>
          </a:ln>
        </p:spPr>
        <p:txBody>
          <a:bodyPr spcFirstLastPara="1" wrap="square" lIns="68575" tIns="34275" rIns="68575" bIns="34275" anchor="ctr" anchorCtr="0">
            <a:noAutofit/>
          </a:bodyPr>
          <a:lstStyle>
            <a:lvl1pPr marL="0" lvl="0" indent="0" algn="l" rtl="0">
              <a:spcBef>
                <a:spcPts val="0"/>
              </a:spcBef>
              <a:buNone/>
              <a:defRPr sz="900">
                <a:solidFill>
                  <a:schemeClr val="lt1"/>
                </a:solidFill>
                <a:latin typeface="Helvetica Neue"/>
                <a:ea typeface="Helvetica Neue"/>
                <a:cs typeface="Helvetica Neue"/>
                <a:sym typeface="Helvetica Neue"/>
              </a:defRPr>
            </a:lvl1pPr>
            <a:lvl2pPr marL="0" lvl="1" indent="0" algn="l" rtl="0">
              <a:spcBef>
                <a:spcPts val="0"/>
              </a:spcBef>
              <a:buNone/>
              <a:defRPr sz="900">
                <a:solidFill>
                  <a:schemeClr val="lt1"/>
                </a:solidFill>
                <a:latin typeface="Helvetica Neue"/>
                <a:ea typeface="Helvetica Neue"/>
                <a:cs typeface="Helvetica Neue"/>
                <a:sym typeface="Helvetica Neue"/>
              </a:defRPr>
            </a:lvl2pPr>
            <a:lvl3pPr marL="0" lvl="2" indent="0" algn="l" rtl="0">
              <a:spcBef>
                <a:spcPts val="0"/>
              </a:spcBef>
              <a:buNone/>
              <a:defRPr sz="900">
                <a:solidFill>
                  <a:schemeClr val="lt1"/>
                </a:solidFill>
                <a:latin typeface="Helvetica Neue"/>
                <a:ea typeface="Helvetica Neue"/>
                <a:cs typeface="Helvetica Neue"/>
                <a:sym typeface="Helvetica Neue"/>
              </a:defRPr>
            </a:lvl3pPr>
            <a:lvl4pPr marL="0" lvl="3" indent="0" algn="l" rtl="0">
              <a:spcBef>
                <a:spcPts val="0"/>
              </a:spcBef>
              <a:buNone/>
              <a:defRPr sz="900">
                <a:solidFill>
                  <a:schemeClr val="lt1"/>
                </a:solidFill>
                <a:latin typeface="Helvetica Neue"/>
                <a:ea typeface="Helvetica Neue"/>
                <a:cs typeface="Helvetica Neue"/>
                <a:sym typeface="Helvetica Neue"/>
              </a:defRPr>
            </a:lvl4pPr>
            <a:lvl5pPr marL="0" lvl="4" indent="0" algn="l" rtl="0">
              <a:spcBef>
                <a:spcPts val="0"/>
              </a:spcBef>
              <a:buNone/>
              <a:defRPr sz="900">
                <a:solidFill>
                  <a:schemeClr val="lt1"/>
                </a:solidFill>
                <a:latin typeface="Helvetica Neue"/>
                <a:ea typeface="Helvetica Neue"/>
                <a:cs typeface="Helvetica Neue"/>
                <a:sym typeface="Helvetica Neue"/>
              </a:defRPr>
            </a:lvl5pPr>
            <a:lvl6pPr marL="0" lvl="5" indent="0" algn="l" rtl="0">
              <a:spcBef>
                <a:spcPts val="0"/>
              </a:spcBef>
              <a:buNone/>
              <a:defRPr sz="900">
                <a:solidFill>
                  <a:schemeClr val="lt1"/>
                </a:solidFill>
                <a:latin typeface="Helvetica Neue"/>
                <a:ea typeface="Helvetica Neue"/>
                <a:cs typeface="Helvetica Neue"/>
                <a:sym typeface="Helvetica Neue"/>
              </a:defRPr>
            </a:lvl6pPr>
            <a:lvl7pPr marL="0" lvl="6" indent="0" algn="l" rtl="0">
              <a:spcBef>
                <a:spcPts val="0"/>
              </a:spcBef>
              <a:buNone/>
              <a:defRPr sz="900">
                <a:solidFill>
                  <a:schemeClr val="lt1"/>
                </a:solidFill>
                <a:latin typeface="Helvetica Neue"/>
                <a:ea typeface="Helvetica Neue"/>
                <a:cs typeface="Helvetica Neue"/>
                <a:sym typeface="Helvetica Neue"/>
              </a:defRPr>
            </a:lvl7pPr>
            <a:lvl8pPr marL="0" lvl="7" indent="0" algn="l" rtl="0">
              <a:spcBef>
                <a:spcPts val="0"/>
              </a:spcBef>
              <a:buNone/>
              <a:defRPr sz="900">
                <a:solidFill>
                  <a:schemeClr val="lt1"/>
                </a:solidFill>
                <a:latin typeface="Helvetica Neue"/>
                <a:ea typeface="Helvetica Neue"/>
                <a:cs typeface="Helvetica Neue"/>
                <a:sym typeface="Helvetica Neue"/>
              </a:defRPr>
            </a:lvl8pPr>
            <a:lvl9pPr marL="0" lvl="8" indent="0" algn="l" rtl="0">
              <a:spcBef>
                <a:spcPts val="0"/>
              </a:spcBef>
              <a:buNone/>
              <a:defRPr sz="900">
                <a:solidFill>
                  <a:schemeClr val="lt1"/>
                </a:solidFill>
                <a:latin typeface="Helvetica Neue"/>
                <a:ea typeface="Helvetica Neue"/>
                <a:cs typeface="Helvetica Neue"/>
                <a:sym typeface="Helvetica Neu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20"/>
        <p:cNvGrpSpPr/>
        <p:nvPr/>
      </p:nvGrpSpPr>
      <p:grpSpPr>
        <a:xfrm>
          <a:off x="0" y="0"/>
          <a:ext cx="0" cy="0"/>
          <a:chOff x="0" y="0"/>
          <a:chExt cx="0" cy="0"/>
        </a:xfrm>
      </p:grpSpPr>
      <p:sp>
        <p:nvSpPr>
          <p:cNvPr id="421" name="Google Shape;421;p78"/>
          <p:cNvSpPr txBox="1">
            <a:spLocks noGrp="1"/>
          </p:cNvSpPr>
          <p:nvPr>
            <p:ph type="title"/>
          </p:nvPr>
        </p:nvSpPr>
        <p:spPr>
          <a:xfrm>
            <a:off x="414338" y="240506"/>
            <a:ext cx="81012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22" name="Google Shape;422;p78"/>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1700"/>
              </a:spcBef>
              <a:spcAft>
                <a:spcPts val="0"/>
              </a:spcAft>
              <a:buClr>
                <a:schemeClr val="dk1"/>
              </a:buClr>
              <a:buSzPts val="2100"/>
              <a:buFont typeface="Noto Sans Symbols"/>
              <a:buChar char="⮚"/>
              <a:defRPr/>
            </a:lvl1pPr>
            <a:lvl2pPr marL="914400" lvl="1" indent="-342900" algn="l" rtl="0">
              <a:lnSpc>
                <a:spcPct val="90000"/>
              </a:lnSpc>
              <a:spcBef>
                <a:spcPts val="400"/>
              </a:spcBef>
              <a:spcAft>
                <a:spcPts val="0"/>
              </a:spcAft>
              <a:buClr>
                <a:schemeClr val="dk1"/>
              </a:buClr>
              <a:buSzPts val="1800"/>
              <a:buChar char="•"/>
              <a:defRPr/>
            </a:lvl2pPr>
            <a:lvl3pPr marL="1371600" lvl="2" indent="-323850" algn="l" rtl="0">
              <a:lnSpc>
                <a:spcPct val="90000"/>
              </a:lnSpc>
              <a:spcBef>
                <a:spcPts val="400"/>
              </a:spcBef>
              <a:spcAft>
                <a:spcPts val="0"/>
              </a:spcAft>
              <a:buClr>
                <a:schemeClr val="dk1"/>
              </a:buClr>
              <a:buSzPts val="15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423" name="Google Shape;423;p7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424" name="Google Shape;424;p7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425" name="Google Shape;425;p78"/>
          <p:cNvSpPr txBox="1">
            <a:spLocks noGrp="1"/>
          </p:cNvSpPr>
          <p:nvPr>
            <p:ph type="sldNum" idx="12"/>
          </p:nvPr>
        </p:nvSpPr>
        <p:spPr>
          <a:xfrm>
            <a:off x="-19050" y="4767263"/>
            <a:ext cx="2057400" cy="273900"/>
          </a:xfrm>
          <a:prstGeom prst="rect">
            <a:avLst/>
          </a:prstGeom>
          <a:noFill/>
          <a:ln>
            <a:noFill/>
          </a:ln>
        </p:spPr>
        <p:txBody>
          <a:bodyPr spcFirstLastPara="1" wrap="square" lIns="68575" tIns="34275" rIns="68575" bIns="34275" anchor="ctr" anchorCtr="0">
            <a:noAutofit/>
          </a:bodyPr>
          <a:lstStyle>
            <a:lvl1pPr marL="0" lvl="0" indent="0" algn="l" rtl="0">
              <a:spcBef>
                <a:spcPts val="0"/>
              </a:spcBef>
              <a:buNone/>
              <a:defRPr>
                <a:solidFill>
                  <a:srgbClr val="888888"/>
                </a:solidFill>
              </a:defRPr>
            </a:lvl1pPr>
            <a:lvl2pPr marL="0" lvl="1" indent="0" algn="l" rtl="0">
              <a:spcBef>
                <a:spcPts val="0"/>
              </a:spcBef>
              <a:buNone/>
              <a:defRPr>
                <a:solidFill>
                  <a:srgbClr val="888888"/>
                </a:solidFill>
              </a:defRPr>
            </a:lvl2pPr>
            <a:lvl3pPr marL="0" lvl="2" indent="0" algn="l" rtl="0">
              <a:spcBef>
                <a:spcPts val="0"/>
              </a:spcBef>
              <a:buNone/>
              <a:defRPr>
                <a:solidFill>
                  <a:srgbClr val="888888"/>
                </a:solidFill>
              </a:defRPr>
            </a:lvl3pPr>
            <a:lvl4pPr marL="0" lvl="3" indent="0" algn="l" rtl="0">
              <a:spcBef>
                <a:spcPts val="0"/>
              </a:spcBef>
              <a:buNone/>
              <a:defRPr>
                <a:solidFill>
                  <a:srgbClr val="888888"/>
                </a:solidFill>
              </a:defRPr>
            </a:lvl4pPr>
            <a:lvl5pPr marL="0" lvl="4" indent="0" algn="l" rtl="0">
              <a:spcBef>
                <a:spcPts val="0"/>
              </a:spcBef>
              <a:buNone/>
              <a:defRPr>
                <a:solidFill>
                  <a:srgbClr val="888888"/>
                </a:solidFill>
              </a:defRPr>
            </a:lvl5pPr>
            <a:lvl6pPr marL="0" lvl="5" indent="0" algn="l" rtl="0">
              <a:spcBef>
                <a:spcPts val="0"/>
              </a:spcBef>
              <a:buNone/>
              <a:defRPr>
                <a:solidFill>
                  <a:srgbClr val="888888"/>
                </a:solidFill>
              </a:defRPr>
            </a:lvl6pPr>
            <a:lvl7pPr marL="0" lvl="6" indent="0" algn="l" rtl="0">
              <a:spcBef>
                <a:spcPts val="0"/>
              </a:spcBef>
              <a:buNone/>
              <a:defRPr>
                <a:solidFill>
                  <a:srgbClr val="888888"/>
                </a:solidFill>
              </a:defRPr>
            </a:lvl7pPr>
            <a:lvl8pPr marL="0" lvl="7" indent="0" algn="l" rtl="0">
              <a:spcBef>
                <a:spcPts val="0"/>
              </a:spcBef>
              <a:buNone/>
              <a:defRPr>
                <a:solidFill>
                  <a:srgbClr val="888888"/>
                </a:solidFill>
              </a:defRPr>
            </a:lvl8pPr>
            <a:lvl9pPr marL="0" lvl="8" indent="0" algn="l" rtl="0">
              <a:spcBef>
                <a:spcPts val="0"/>
              </a:spcBef>
              <a:buNone/>
              <a:defRPr>
                <a:solidFill>
                  <a:srgbClr val="888888"/>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1_Title and Body">
  <p:cSld name="TITLE_AND_BODY_1_1">
    <p:spTree>
      <p:nvGrpSpPr>
        <p:cNvPr id="1" name="Shape 426"/>
        <p:cNvGrpSpPr/>
        <p:nvPr/>
      </p:nvGrpSpPr>
      <p:grpSpPr>
        <a:xfrm>
          <a:off x="0" y="0"/>
          <a:ext cx="0" cy="0"/>
          <a:chOff x="0" y="0"/>
          <a:chExt cx="0" cy="0"/>
        </a:xfrm>
      </p:grpSpPr>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427"/>
        <p:cNvGrpSpPr/>
        <p:nvPr/>
      </p:nvGrpSpPr>
      <p:grpSpPr>
        <a:xfrm>
          <a:off x="0" y="0"/>
          <a:ext cx="0" cy="0"/>
          <a:chOff x="0" y="0"/>
          <a:chExt cx="0" cy="0"/>
        </a:xfrm>
      </p:grpSpPr>
      <p:sp>
        <p:nvSpPr>
          <p:cNvPr id="428" name="Google Shape;428;p8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6D9EEB"/>
              </a:buClr>
              <a:buSzPts val="3600"/>
              <a:buNone/>
              <a:defRPr sz="3600">
                <a:solidFill>
                  <a:srgbClr val="6D9EEB"/>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29" name="Google Shape;429;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Roadmap 1">
  <p:cSld name="SECTION_TITLE_AND_DESCRIPTION_1_4">
    <p:spTree>
      <p:nvGrpSpPr>
        <p:cNvPr id="1" name="Shape 430"/>
        <p:cNvGrpSpPr/>
        <p:nvPr/>
      </p:nvGrpSpPr>
      <p:grpSpPr>
        <a:xfrm>
          <a:off x="0" y="0"/>
          <a:ext cx="0" cy="0"/>
          <a:chOff x="0" y="0"/>
          <a:chExt cx="0" cy="0"/>
        </a:xfrm>
      </p:grpSpPr>
      <p:sp>
        <p:nvSpPr>
          <p:cNvPr id="431" name="Google Shape;431;p81"/>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33" name="Google Shape;433;p81"/>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434" name="Google Shape;434;p81"/>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35" name="Google Shape;435;p81"/>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436" name="Google Shape;436;p81"/>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437" name="Google Shape;437;p81"/>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Roadmap 2">
  <p:cSld name="SECTION_TITLE_AND_DESCRIPTION_1_5">
    <p:spTree>
      <p:nvGrpSpPr>
        <p:cNvPr id="1" name="Shape 438"/>
        <p:cNvGrpSpPr/>
        <p:nvPr/>
      </p:nvGrpSpPr>
      <p:grpSpPr>
        <a:xfrm>
          <a:off x="0" y="0"/>
          <a:ext cx="0" cy="0"/>
          <a:chOff x="0" y="0"/>
          <a:chExt cx="0" cy="0"/>
        </a:xfrm>
      </p:grpSpPr>
      <p:sp>
        <p:nvSpPr>
          <p:cNvPr id="439" name="Google Shape;439;p82"/>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41" name="Google Shape;441;p82"/>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442" name="Google Shape;442;p82"/>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43" name="Google Shape;443;p82"/>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444" name="Google Shape;444;p82"/>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445" name="Google Shape;445;p82"/>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Roadmap 3">
  <p:cSld name="SECTION_TITLE_AND_DESCRIPTION_1_6">
    <p:spTree>
      <p:nvGrpSpPr>
        <p:cNvPr id="1" name="Shape 446"/>
        <p:cNvGrpSpPr/>
        <p:nvPr/>
      </p:nvGrpSpPr>
      <p:grpSpPr>
        <a:xfrm>
          <a:off x="0" y="0"/>
          <a:ext cx="0" cy="0"/>
          <a:chOff x="0" y="0"/>
          <a:chExt cx="0" cy="0"/>
        </a:xfrm>
      </p:grpSpPr>
      <p:sp>
        <p:nvSpPr>
          <p:cNvPr id="447" name="Google Shape;447;p83"/>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49" name="Google Shape;449;p83"/>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450" name="Google Shape;450;p83"/>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1" name="Google Shape;451;p83"/>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452" name="Google Shape;452;p83"/>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453" name="Google Shape;453;p83"/>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Roadmap 4">
  <p:cSld name="SECTION_TITLE_AND_DESCRIPTION_1_7">
    <p:spTree>
      <p:nvGrpSpPr>
        <p:cNvPr id="1" name="Shape 454"/>
        <p:cNvGrpSpPr/>
        <p:nvPr/>
      </p:nvGrpSpPr>
      <p:grpSpPr>
        <a:xfrm>
          <a:off x="0" y="0"/>
          <a:ext cx="0" cy="0"/>
          <a:chOff x="0" y="0"/>
          <a:chExt cx="0" cy="0"/>
        </a:xfrm>
      </p:grpSpPr>
      <p:sp>
        <p:nvSpPr>
          <p:cNvPr id="455" name="Google Shape;455;p84"/>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57" name="Google Shape;457;p84"/>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458" name="Google Shape;458;p84"/>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9" name="Google Shape;459;p84"/>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460" name="Google Shape;460;p84"/>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461" name="Google Shape;461;p84"/>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67"/>
        <p:cNvGrpSpPr/>
        <p:nvPr/>
      </p:nvGrpSpPr>
      <p:grpSpPr>
        <a:xfrm>
          <a:off x="0" y="0"/>
          <a:ext cx="0" cy="0"/>
          <a:chOff x="0" y="0"/>
          <a:chExt cx="0" cy="0"/>
        </a:xfrm>
      </p:grpSpPr>
      <p:sp>
        <p:nvSpPr>
          <p:cNvPr id="468" name="Google Shape;468;p8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a:endParaRPr/>
          </a:p>
        </p:txBody>
      </p:sp>
      <p:sp>
        <p:nvSpPr>
          <p:cNvPr id="469" name="Google Shape;469;p86"/>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
        <p:nvSpPr>
          <p:cNvPr id="470" name="Google Shape;470;p8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71"/>
        <p:cNvGrpSpPr/>
        <p:nvPr/>
      </p:nvGrpSpPr>
      <p:grpSpPr>
        <a:xfrm>
          <a:off x="0" y="0"/>
          <a:ext cx="0" cy="0"/>
          <a:chOff x="0" y="0"/>
          <a:chExt cx="0" cy="0"/>
        </a:xfrm>
      </p:grpSpPr>
      <p:sp>
        <p:nvSpPr>
          <p:cNvPr id="472" name="Google Shape;472;p8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73" name="Google Shape;473;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74" name="Google Shape;474;p87"/>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75"/>
        <p:cNvGrpSpPr/>
        <p:nvPr/>
      </p:nvGrpSpPr>
      <p:grpSpPr>
        <a:xfrm>
          <a:off x="0" y="0"/>
          <a:ext cx="0" cy="0"/>
          <a:chOff x="0" y="0"/>
          <a:chExt cx="0" cy="0"/>
        </a:xfrm>
      </p:grpSpPr>
      <p:sp>
        <p:nvSpPr>
          <p:cNvPr id="476" name="Google Shape;476;p8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77" name="Google Shape;477;p88"/>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478" name="Google Shape;478;p8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479" name="Google Shape;479;p88"/>
          <p:cNvCxnSpPr/>
          <p:nvPr/>
        </p:nvCxnSpPr>
        <p:spPr>
          <a:xfrm rot="10800000" flipH="1">
            <a:off x="95431" y="401610"/>
            <a:ext cx="8368800" cy="60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480"/>
        <p:cNvGrpSpPr/>
        <p:nvPr/>
      </p:nvGrpSpPr>
      <p:grpSpPr>
        <a:xfrm>
          <a:off x="0" y="0"/>
          <a:ext cx="0" cy="0"/>
          <a:chOff x="0" y="0"/>
          <a:chExt cx="0" cy="0"/>
        </a:xfrm>
      </p:grpSpPr>
      <p:sp>
        <p:nvSpPr>
          <p:cNvPr id="481" name="Google Shape;481;p89"/>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8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83" name="Google Shape;483;p89"/>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484" name="Google Shape;484;p8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85" name="Google Shape;485;p89"/>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486" name="Google Shape;486;p89"/>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487" name="Google Shape;487;p89"/>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488"/>
        <p:cNvGrpSpPr/>
        <p:nvPr/>
      </p:nvGrpSpPr>
      <p:grpSpPr>
        <a:xfrm>
          <a:off x="0" y="0"/>
          <a:ext cx="0" cy="0"/>
          <a:chOff x="0" y="0"/>
          <a:chExt cx="0" cy="0"/>
        </a:xfrm>
      </p:grpSpPr>
      <p:sp>
        <p:nvSpPr>
          <p:cNvPr id="489" name="Google Shape;489;p90"/>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0"/>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91" name="Google Shape;491;p9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92" name="Google Shape;492;p90"/>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93" name="Google Shape;493;p90"/>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494" name="Google Shape;494;p9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95" name="Google Shape;495;p90"/>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496"/>
        <p:cNvGrpSpPr/>
        <p:nvPr/>
      </p:nvGrpSpPr>
      <p:grpSpPr>
        <a:xfrm>
          <a:off x="0" y="0"/>
          <a:ext cx="0" cy="0"/>
          <a:chOff x="0" y="0"/>
          <a:chExt cx="0" cy="0"/>
        </a:xfrm>
      </p:grpSpPr>
      <p:sp>
        <p:nvSpPr>
          <p:cNvPr id="497" name="Google Shape;497;p91"/>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91"/>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99" name="Google Shape;499;p91"/>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500" name="Google Shape;500;p91"/>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501" name="Google Shape;501;p91"/>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02" name="Google Shape;502;p91"/>
          <p:cNvCxnSpPr/>
          <p:nvPr/>
        </p:nvCxnSpPr>
        <p:spPr>
          <a:xfrm rot="10800000" flipH="1">
            <a:off x="4667431" y="393510"/>
            <a:ext cx="3788700" cy="8700"/>
          </a:xfrm>
          <a:prstGeom prst="straightConnector1">
            <a:avLst/>
          </a:prstGeom>
          <a:noFill/>
          <a:ln w="19050" cap="flat" cmpd="sng">
            <a:solidFill>
              <a:srgbClr val="BF9000"/>
            </a:solidFill>
            <a:prstDash val="solid"/>
            <a:round/>
            <a:headEnd type="none" w="med" len="med"/>
            <a:tailEnd type="none" w="med" len="med"/>
          </a:ln>
        </p:spPr>
      </p:cxnSp>
      <p:pic>
        <p:nvPicPr>
          <p:cNvPr id="503" name="Google Shape;503;p91"/>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04" name="Google Shape;504;p9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05"/>
        <p:cNvGrpSpPr/>
        <p:nvPr/>
      </p:nvGrpSpPr>
      <p:grpSpPr>
        <a:xfrm>
          <a:off x="0" y="0"/>
          <a:ext cx="0" cy="0"/>
          <a:chOff x="0" y="0"/>
          <a:chExt cx="0" cy="0"/>
        </a:xfrm>
      </p:grpSpPr>
      <p:sp>
        <p:nvSpPr>
          <p:cNvPr id="506" name="Google Shape;506;p9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07" name="Google Shape;507;p92"/>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508" name="Google Shape;508;p9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509" name="Google Shape;509;p92"/>
          <p:cNvCxnSpPr/>
          <p:nvPr/>
        </p:nvCxnSpPr>
        <p:spPr>
          <a:xfrm rot="10800000" flipH="1">
            <a:off x="95431" y="393510"/>
            <a:ext cx="8360700" cy="8700"/>
          </a:xfrm>
          <a:prstGeom prst="straightConnector1">
            <a:avLst/>
          </a:prstGeom>
          <a:noFill/>
          <a:ln w="19050" cap="flat" cmpd="sng">
            <a:solidFill>
              <a:srgbClr val="BF9000"/>
            </a:solidFill>
            <a:prstDash val="solid"/>
            <a:round/>
            <a:headEnd type="none" w="med" len="med"/>
            <a:tailEnd type="none" w="med" len="med"/>
          </a:ln>
        </p:spPr>
      </p:cxnSp>
      <p:sp>
        <p:nvSpPr>
          <p:cNvPr id="510" name="Google Shape;510;p92"/>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1"/>
        <p:cNvGrpSpPr/>
        <p:nvPr/>
      </p:nvGrpSpPr>
      <p:grpSpPr>
        <a:xfrm>
          <a:off x="0" y="0"/>
          <a:ext cx="0" cy="0"/>
          <a:chOff x="0" y="0"/>
          <a:chExt cx="0" cy="0"/>
        </a:xfrm>
      </p:grpSpPr>
      <p:sp>
        <p:nvSpPr>
          <p:cNvPr id="512" name="Google Shape;512;p9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13" name="Google Shape;513;p9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514" name="Google Shape;514;p93"/>
          <p:cNvCxnSpPr/>
          <p:nvPr/>
        </p:nvCxnSpPr>
        <p:spPr>
          <a:xfrm rot="10800000" flipH="1">
            <a:off x="95431" y="393510"/>
            <a:ext cx="8344500" cy="870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15"/>
        <p:cNvGrpSpPr/>
        <p:nvPr/>
      </p:nvGrpSpPr>
      <p:grpSpPr>
        <a:xfrm>
          <a:off x="0" y="0"/>
          <a:ext cx="0" cy="0"/>
          <a:chOff x="0" y="0"/>
          <a:chExt cx="0" cy="0"/>
        </a:xfrm>
      </p:grpSpPr>
      <p:sp>
        <p:nvSpPr>
          <p:cNvPr id="516" name="Google Shape;516;p9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17" name="Google Shape;517;p9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518"/>
        <p:cNvGrpSpPr/>
        <p:nvPr/>
      </p:nvGrpSpPr>
      <p:grpSpPr>
        <a:xfrm>
          <a:off x="0" y="0"/>
          <a:ext cx="0" cy="0"/>
          <a:chOff x="0" y="0"/>
          <a:chExt cx="0" cy="0"/>
        </a:xfrm>
      </p:grpSpPr>
      <p:sp>
        <p:nvSpPr>
          <p:cNvPr id="519" name="Google Shape;519;p95"/>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95"/>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521" name="Google Shape;521;p95"/>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22" name="Google Shape;522;p9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23" name="Google Shape;523;p95"/>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4"/>
        <p:cNvGrpSpPr/>
        <p:nvPr/>
      </p:nvGrpSpPr>
      <p:grpSpPr>
        <a:xfrm>
          <a:off x="0" y="0"/>
          <a:ext cx="0" cy="0"/>
          <a:chOff x="0" y="0"/>
          <a:chExt cx="0" cy="0"/>
        </a:xfrm>
      </p:grpSpPr>
      <p:sp>
        <p:nvSpPr>
          <p:cNvPr id="525" name="Google Shape;525;p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26" name="Google Shape;526;p96"/>
          <p:cNvSpPr txBox="1">
            <a:spLocks noGrp="1"/>
          </p:cNvSpPr>
          <p:nvPr>
            <p:ph type="title"/>
          </p:nvPr>
        </p:nvSpPr>
        <p:spPr>
          <a:xfrm>
            <a:off x="95425" y="4382350"/>
            <a:ext cx="8425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cxnSp>
        <p:nvCxnSpPr>
          <p:cNvPr id="527" name="Google Shape;527;p96"/>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8"/>
        <p:cNvGrpSpPr/>
        <p:nvPr/>
      </p:nvGrpSpPr>
      <p:grpSpPr>
        <a:xfrm>
          <a:off x="0" y="0"/>
          <a:ext cx="0" cy="0"/>
          <a:chOff x="0" y="0"/>
          <a:chExt cx="0" cy="0"/>
        </a:xfrm>
      </p:grpSpPr>
      <p:sp>
        <p:nvSpPr>
          <p:cNvPr id="529" name="Google Shape;529;p9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530"/>
        <p:cNvGrpSpPr/>
        <p:nvPr/>
      </p:nvGrpSpPr>
      <p:grpSpPr>
        <a:xfrm>
          <a:off x="0" y="0"/>
          <a:ext cx="0" cy="0"/>
          <a:chOff x="0" y="0"/>
          <a:chExt cx="0" cy="0"/>
        </a:xfrm>
      </p:grpSpPr>
      <p:sp>
        <p:nvSpPr>
          <p:cNvPr id="531" name="Google Shape;531;p9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532"/>
        <p:cNvGrpSpPr/>
        <p:nvPr/>
      </p:nvGrpSpPr>
      <p:grpSpPr>
        <a:xfrm>
          <a:off x="0" y="0"/>
          <a:ext cx="0" cy="0"/>
          <a:chOff x="0" y="0"/>
          <a:chExt cx="0" cy="0"/>
        </a:xfrm>
      </p:grpSpPr>
      <p:sp>
        <p:nvSpPr>
          <p:cNvPr id="533" name="Google Shape;533;p99"/>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9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35" name="Google Shape;535;p99"/>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536" name="Google Shape;536;p9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7" name="Google Shape;537;p99"/>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538" name="Google Shape;538;p99"/>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539" name="Google Shape;539;p99"/>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6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Title - Top">
  <p:cSld name="TITLE_AND_BODY_1">
    <p:spTree>
      <p:nvGrpSpPr>
        <p:cNvPr id="1" name="Shape 540"/>
        <p:cNvGrpSpPr/>
        <p:nvPr/>
      </p:nvGrpSpPr>
      <p:grpSpPr>
        <a:xfrm>
          <a:off x="0" y="0"/>
          <a:ext cx="0" cy="0"/>
          <a:chOff x="0" y="0"/>
          <a:chExt cx="0" cy="0"/>
        </a:xfrm>
      </p:grpSpPr>
      <p:sp>
        <p:nvSpPr>
          <p:cNvPr id="541" name="Google Shape;541;p100"/>
          <p:cNvSpPr txBox="1">
            <a:spLocks noGrp="1"/>
          </p:cNvSpPr>
          <p:nvPr>
            <p:ph type="title"/>
          </p:nvPr>
        </p:nvSpPr>
        <p:spPr>
          <a:xfrm>
            <a:off x="357188" y="198377"/>
            <a:ext cx="8429700" cy="624000"/>
          </a:xfrm>
          <a:prstGeom prst="rect">
            <a:avLst/>
          </a:prstGeom>
          <a:noFill/>
          <a:ln>
            <a:noFill/>
          </a:ln>
        </p:spPr>
        <p:txBody>
          <a:bodyPr spcFirstLastPara="1" wrap="square" lIns="19050" tIns="19050" rIns="19050" bIns="19050" anchor="ctr" anchorCtr="0">
            <a:noAutofit/>
          </a:bodyPr>
          <a:lstStyle>
            <a:lvl1pPr lvl="0" algn="ctr" rtl="0">
              <a:lnSpc>
                <a:spcPct val="90000"/>
              </a:lnSpc>
              <a:spcBef>
                <a:spcPts val="900"/>
              </a:spcBef>
              <a:spcAft>
                <a:spcPts val="0"/>
              </a:spcAft>
              <a:buClr>
                <a:srgbClr val="013262"/>
              </a:buClr>
              <a:buSzPts val="700"/>
              <a:buNone/>
              <a:defRPr/>
            </a:lvl1pPr>
            <a:lvl2pPr lvl="1" algn="ctr" rtl="0">
              <a:lnSpc>
                <a:spcPct val="90000"/>
              </a:lnSpc>
              <a:spcBef>
                <a:spcPts val="900"/>
              </a:spcBef>
              <a:spcAft>
                <a:spcPts val="0"/>
              </a:spcAft>
              <a:buClr>
                <a:srgbClr val="013262"/>
              </a:buClr>
              <a:buSzPts val="700"/>
              <a:buNone/>
              <a:defRPr/>
            </a:lvl2pPr>
            <a:lvl3pPr lvl="2" algn="ctr" rtl="0">
              <a:lnSpc>
                <a:spcPct val="90000"/>
              </a:lnSpc>
              <a:spcBef>
                <a:spcPts val="900"/>
              </a:spcBef>
              <a:spcAft>
                <a:spcPts val="0"/>
              </a:spcAft>
              <a:buClr>
                <a:srgbClr val="013262"/>
              </a:buClr>
              <a:buSzPts val="700"/>
              <a:buNone/>
              <a:defRPr/>
            </a:lvl3pPr>
            <a:lvl4pPr lvl="3" algn="ctr" rtl="0">
              <a:lnSpc>
                <a:spcPct val="90000"/>
              </a:lnSpc>
              <a:spcBef>
                <a:spcPts val="900"/>
              </a:spcBef>
              <a:spcAft>
                <a:spcPts val="0"/>
              </a:spcAft>
              <a:buClr>
                <a:srgbClr val="013262"/>
              </a:buClr>
              <a:buSzPts val="700"/>
              <a:buNone/>
              <a:defRPr/>
            </a:lvl4pPr>
            <a:lvl5pPr lvl="4" algn="ctr" rtl="0">
              <a:lnSpc>
                <a:spcPct val="90000"/>
              </a:lnSpc>
              <a:spcBef>
                <a:spcPts val="900"/>
              </a:spcBef>
              <a:spcAft>
                <a:spcPts val="0"/>
              </a:spcAft>
              <a:buClr>
                <a:srgbClr val="013262"/>
              </a:buClr>
              <a:buSzPts val="700"/>
              <a:buNone/>
              <a:defRPr/>
            </a:lvl5pPr>
            <a:lvl6pPr lvl="5" algn="ctr" rtl="0">
              <a:lnSpc>
                <a:spcPct val="90000"/>
              </a:lnSpc>
              <a:spcBef>
                <a:spcPts val="900"/>
              </a:spcBef>
              <a:spcAft>
                <a:spcPts val="0"/>
              </a:spcAft>
              <a:buClr>
                <a:srgbClr val="013262"/>
              </a:buClr>
              <a:buSzPts val="700"/>
              <a:buNone/>
              <a:defRPr/>
            </a:lvl6pPr>
            <a:lvl7pPr lvl="6" algn="ctr" rtl="0">
              <a:lnSpc>
                <a:spcPct val="90000"/>
              </a:lnSpc>
              <a:spcBef>
                <a:spcPts val="900"/>
              </a:spcBef>
              <a:spcAft>
                <a:spcPts val="0"/>
              </a:spcAft>
              <a:buClr>
                <a:srgbClr val="013262"/>
              </a:buClr>
              <a:buSzPts val="700"/>
              <a:buNone/>
              <a:defRPr/>
            </a:lvl7pPr>
            <a:lvl8pPr lvl="7" algn="ctr" rtl="0">
              <a:lnSpc>
                <a:spcPct val="90000"/>
              </a:lnSpc>
              <a:spcBef>
                <a:spcPts val="900"/>
              </a:spcBef>
              <a:spcAft>
                <a:spcPts val="0"/>
              </a:spcAft>
              <a:buClr>
                <a:srgbClr val="013262"/>
              </a:buClr>
              <a:buSzPts val="700"/>
              <a:buNone/>
              <a:defRPr/>
            </a:lvl8pPr>
            <a:lvl9pPr lvl="8" algn="ctr" rtl="0">
              <a:lnSpc>
                <a:spcPct val="90000"/>
              </a:lnSpc>
              <a:spcBef>
                <a:spcPts val="900"/>
              </a:spcBef>
              <a:spcAft>
                <a:spcPts val="0"/>
              </a:spcAft>
              <a:buClr>
                <a:srgbClr val="013262"/>
              </a:buClr>
              <a:buSzPts val="700"/>
              <a:buNone/>
              <a:defRPr/>
            </a:lvl9pPr>
          </a:lstStyle>
          <a:p>
            <a:endParaRPr/>
          </a:p>
        </p:txBody>
      </p:sp>
      <p:sp>
        <p:nvSpPr>
          <p:cNvPr id="542" name="Google Shape;542;p100"/>
          <p:cNvSpPr txBox="1">
            <a:spLocks noGrp="1"/>
          </p:cNvSpPr>
          <p:nvPr>
            <p:ph type="sldNum" idx="12"/>
          </p:nvPr>
        </p:nvSpPr>
        <p:spPr>
          <a:xfrm>
            <a:off x="4491037" y="4881563"/>
            <a:ext cx="157200" cy="190500"/>
          </a:xfrm>
          <a:prstGeom prst="rect">
            <a:avLst/>
          </a:prstGeom>
          <a:noFill/>
          <a:ln>
            <a:noFill/>
          </a:ln>
        </p:spPr>
        <p:txBody>
          <a:bodyPr spcFirstLastPara="1" wrap="square" lIns="19050" tIns="19050" rIns="19050" bIns="19050" anchor="t" anchorCtr="0">
            <a:noAutofit/>
          </a:bodyPr>
          <a:lstStyle>
            <a:lvl1pPr marL="0" lvl="0"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1pPr>
            <a:lvl2pPr marL="0" lvl="1"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2pPr>
            <a:lvl3pPr marL="0" lvl="2"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3pPr>
            <a:lvl4pPr marL="0" lvl="3"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4pPr>
            <a:lvl5pPr marL="0" lvl="4"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5pPr>
            <a:lvl6pPr marL="0" lvl="5"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6pPr>
            <a:lvl7pPr marL="0" lvl="6"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7pPr>
            <a:lvl8pPr marL="0" lvl="7"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8pPr>
            <a:lvl9pPr marL="0" lvl="8"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9pPr>
          </a:lstStyle>
          <a:p>
            <a:pPr marL="0" lvl="0" indent="0" algn="ctr" rtl="0">
              <a:spcBef>
                <a:spcPts val="0"/>
              </a:spcBef>
              <a:spcAft>
                <a:spcPts val="0"/>
              </a:spcAft>
              <a:buNone/>
            </a:pPr>
            <a:fld id="{00000000-1234-1234-1234-123412341234}" type="slidenum">
              <a:rPr lang="en"/>
              <a:t>‹#›</a:t>
            </a:fld>
            <a:endParaRPr sz="1000">
              <a:solidFill>
                <a:schemeClr val="dk1"/>
              </a:solidFill>
              <a:latin typeface="Roboto"/>
              <a:ea typeface="Roboto"/>
              <a:cs typeface="Roboto"/>
              <a:sym typeface="Roboto"/>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Title - Top 1">
  <p:cSld name="TITLE_AND_BODY_2">
    <p:spTree>
      <p:nvGrpSpPr>
        <p:cNvPr id="1" name="Shape 543"/>
        <p:cNvGrpSpPr/>
        <p:nvPr/>
      </p:nvGrpSpPr>
      <p:grpSpPr>
        <a:xfrm>
          <a:off x="0" y="0"/>
          <a:ext cx="0" cy="0"/>
          <a:chOff x="0" y="0"/>
          <a:chExt cx="0" cy="0"/>
        </a:xfrm>
      </p:grpSpPr>
      <p:sp>
        <p:nvSpPr>
          <p:cNvPr id="544" name="Google Shape;544;p101"/>
          <p:cNvSpPr txBox="1">
            <a:spLocks noGrp="1"/>
          </p:cNvSpPr>
          <p:nvPr>
            <p:ph type="title"/>
          </p:nvPr>
        </p:nvSpPr>
        <p:spPr>
          <a:xfrm>
            <a:off x="357188" y="198377"/>
            <a:ext cx="8429700" cy="624000"/>
          </a:xfrm>
          <a:prstGeom prst="rect">
            <a:avLst/>
          </a:prstGeom>
          <a:noFill/>
          <a:ln>
            <a:noFill/>
          </a:ln>
        </p:spPr>
        <p:txBody>
          <a:bodyPr spcFirstLastPara="1" wrap="square" lIns="19050" tIns="19050" rIns="19050" bIns="19050" anchor="ctr" anchorCtr="0">
            <a:noAutofit/>
          </a:bodyPr>
          <a:lstStyle>
            <a:lvl1pPr lvl="0" algn="ctr" rtl="0">
              <a:lnSpc>
                <a:spcPct val="90000"/>
              </a:lnSpc>
              <a:spcBef>
                <a:spcPts val="900"/>
              </a:spcBef>
              <a:spcAft>
                <a:spcPts val="0"/>
              </a:spcAft>
              <a:buClr>
                <a:srgbClr val="013262"/>
              </a:buClr>
              <a:buSzPts val="700"/>
              <a:buNone/>
              <a:defRPr/>
            </a:lvl1pPr>
            <a:lvl2pPr lvl="1" algn="ctr" rtl="0">
              <a:lnSpc>
                <a:spcPct val="90000"/>
              </a:lnSpc>
              <a:spcBef>
                <a:spcPts val="900"/>
              </a:spcBef>
              <a:spcAft>
                <a:spcPts val="0"/>
              </a:spcAft>
              <a:buClr>
                <a:srgbClr val="013262"/>
              </a:buClr>
              <a:buSzPts val="700"/>
              <a:buNone/>
              <a:defRPr/>
            </a:lvl2pPr>
            <a:lvl3pPr lvl="2" algn="ctr" rtl="0">
              <a:lnSpc>
                <a:spcPct val="90000"/>
              </a:lnSpc>
              <a:spcBef>
                <a:spcPts val="900"/>
              </a:spcBef>
              <a:spcAft>
                <a:spcPts val="0"/>
              </a:spcAft>
              <a:buClr>
                <a:srgbClr val="013262"/>
              </a:buClr>
              <a:buSzPts val="700"/>
              <a:buNone/>
              <a:defRPr/>
            </a:lvl3pPr>
            <a:lvl4pPr lvl="3" algn="ctr" rtl="0">
              <a:lnSpc>
                <a:spcPct val="90000"/>
              </a:lnSpc>
              <a:spcBef>
                <a:spcPts val="900"/>
              </a:spcBef>
              <a:spcAft>
                <a:spcPts val="0"/>
              </a:spcAft>
              <a:buClr>
                <a:srgbClr val="013262"/>
              </a:buClr>
              <a:buSzPts val="700"/>
              <a:buNone/>
              <a:defRPr/>
            </a:lvl4pPr>
            <a:lvl5pPr lvl="4" algn="ctr" rtl="0">
              <a:lnSpc>
                <a:spcPct val="90000"/>
              </a:lnSpc>
              <a:spcBef>
                <a:spcPts val="900"/>
              </a:spcBef>
              <a:spcAft>
                <a:spcPts val="0"/>
              </a:spcAft>
              <a:buClr>
                <a:srgbClr val="013262"/>
              </a:buClr>
              <a:buSzPts val="700"/>
              <a:buNone/>
              <a:defRPr/>
            </a:lvl5pPr>
            <a:lvl6pPr lvl="5" algn="ctr" rtl="0">
              <a:lnSpc>
                <a:spcPct val="90000"/>
              </a:lnSpc>
              <a:spcBef>
                <a:spcPts val="900"/>
              </a:spcBef>
              <a:spcAft>
                <a:spcPts val="0"/>
              </a:spcAft>
              <a:buClr>
                <a:srgbClr val="013262"/>
              </a:buClr>
              <a:buSzPts val="700"/>
              <a:buNone/>
              <a:defRPr/>
            </a:lvl6pPr>
            <a:lvl7pPr lvl="6" algn="ctr" rtl="0">
              <a:lnSpc>
                <a:spcPct val="90000"/>
              </a:lnSpc>
              <a:spcBef>
                <a:spcPts val="900"/>
              </a:spcBef>
              <a:spcAft>
                <a:spcPts val="0"/>
              </a:spcAft>
              <a:buClr>
                <a:srgbClr val="013262"/>
              </a:buClr>
              <a:buSzPts val="700"/>
              <a:buNone/>
              <a:defRPr/>
            </a:lvl7pPr>
            <a:lvl8pPr lvl="7" algn="ctr" rtl="0">
              <a:lnSpc>
                <a:spcPct val="90000"/>
              </a:lnSpc>
              <a:spcBef>
                <a:spcPts val="900"/>
              </a:spcBef>
              <a:spcAft>
                <a:spcPts val="0"/>
              </a:spcAft>
              <a:buClr>
                <a:srgbClr val="013262"/>
              </a:buClr>
              <a:buSzPts val="700"/>
              <a:buNone/>
              <a:defRPr/>
            </a:lvl8pPr>
            <a:lvl9pPr lvl="8" algn="ctr" rtl="0">
              <a:lnSpc>
                <a:spcPct val="90000"/>
              </a:lnSpc>
              <a:spcBef>
                <a:spcPts val="900"/>
              </a:spcBef>
              <a:spcAft>
                <a:spcPts val="0"/>
              </a:spcAft>
              <a:buClr>
                <a:srgbClr val="013262"/>
              </a:buClr>
              <a:buSzPts val="700"/>
              <a:buNone/>
              <a:defRPr/>
            </a:lvl9pPr>
          </a:lstStyle>
          <a:p>
            <a:endParaRPr/>
          </a:p>
        </p:txBody>
      </p:sp>
      <p:sp>
        <p:nvSpPr>
          <p:cNvPr id="545" name="Google Shape;545;p101"/>
          <p:cNvSpPr txBox="1">
            <a:spLocks noGrp="1"/>
          </p:cNvSpPr>
          <p:nvPr>
            <p:ph type="sldNum" idx="12"/>
          </p:nvPr>
        </p:nvSpPr>
        <p:spPr>
          <a:xfrm>
            <a:off x="4491037" y="4881563"/>
            <a:ext cx="157200" cy="190500"/>
          </a:xfrm>
          <a:prstGeom prst="rect">
            <a:avLst/>
          </a:prstGeom>
          <a:noFill/>
          <a:ln>
            <a:noFill/>
          </a:ln>
        </p:spPr>
        <p:txBody>
          <a:bodyPr spcFirstLastPara="1" wrap="square" lIns="19050" tIns="19050" rIns="19050" bIns="19050" anchor="t" anchorCtr="0">
            <a:noAutofit/>
          </a:bodyPr>
          <a:lstStyle>
            <a:lvl1pPr marL="0" lvl="0"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1pPr>
            <a:lvl2pPr marL="0" lvl="1"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2pPr>
            <a:lvl3pPr marL="0" lvl="2"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3pPr>
            <a:lvl4pPr marL="0" lvl="3"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4pPr>
            <a:lvl5pPr marL="0" lvl="4"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5pPr>
            <a:lvl6pPr marL="0" lvl="5"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6pPr>
            <a:lvl7pPr marL="0" lvl="6"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7pPr>
            <a:lvl8pPr marL="0" lvl="7"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8pPr>
            <a:lvl9pPr marL="0" lvl="8"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9pPr>
          </a:lstStyle>
          <a:p>
            <a:pPr marL="0" lvl="0" indent="0" algn="ctr" rtl="0">
              <a:spcBef>
                <a:spcPts val="0"/>
              </a:spcBef>
              <a:spcAft>
                <a:spcPts val="0"/>
              </a:spcAft>
              <a:buNone/>
            </a:pPr>
            <a:fld id="{00000000-1234-1234-1234-123412341234}" type="slidenum">
              <a:rPr lang="en"/>
              <a:t>‹#›</a:t>
            </a:fld>
            <a:endParaRPr sz="1000">
              <a:solidFill>
                <a:schemeClr val="dk1"/>
              </a:solidFill>
              <a:latin typeface="Roboto"/>
              <a:ea typeface="Roboto"/>
              <a:cs typeface="Roboto"/>
              <a:sym typeface="Roboto"/>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546"/>
        <p:cNvGrpSpPr/>
        <p:nvPr/>
      </p:nvGrpSpPr>
      <p:grpSpPr>
        <a:xfrm>
          <a:off x="0" y="0"/>
          <a:ext cx="0" cy="0"/>
          <a:chOff x="0" y="0"/>
          <a:chExt cx="0" cy="0"/>
        </a:xfrm>
      </p:grpSpPr>
      <p:sp>
        <p:nvSpPr>
          <p:cNvPr id="547" name="Google Shape;547;p102"/>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0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549" name="Google Shape;549;p10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50" name="Google Shape;550;p102"/>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551" name="Google Shape;551;p10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552"/>
        <p:cNvGrpSpPr/>
        <p:nvPr/>
      </p:nvGrpSpPr>
      <p:grpSpPr>
        <a:xfrm>
          <a:off x="0" y="0"/>
          <a:ext cx="0" cy="0"/>
          <a:chOff x="0" y="0"/>
          <a:chExt cx="0" cy="0"/>
        </a:xfrm>
      </p:grpSpPr>
      <p:sp>
        <p:nvSpPr>
          <p:cNvPr id="553" name="Google Shape;553;p103"/>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0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55" name="Google Shape;555;p103"/>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556" name="Google Shape;556;p103"/>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557" name="Google Shape;557;p103"/>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558" name="Google Shape;558;p103"/>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559"/>
        <p:cNvGrpSpPr/>
        <p:nvPr/>
      </p:nvGrpSpPr>
      <p:grpSpPr>
        <a:xfrm>
          <a:off x="0" y="0"/>
          <a:ext cx="0" cy="0"/>
          <a:chOff x="0" y="0"/>
          <a:chExt cx="0" cy="0"/>
        </a:xfrm>
      </p:grpSpPr>
      <p:sp>
        <p:nvSpPr>
          <p:cNvPr id="560" name="Google Shape;560;p104"/>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0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62" name="Google Shape;562;p104"/>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563" name="Google Shape;563;p104"/>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564" name="Google Shape;564;p104"/>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65" name="Google Shape;565;p104"/>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566" name="Google Shape;566;p104"/>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567"/>
        <p:cNvGrpSpPr/>
        <p:nvPr/>
      </p:nvGrpSpPr>
      <p:grpSpPr>
        <a:xfrm>
          <a:off x="0" y="0"/>
          <a:ext cx="0" cy="0"/>
          <a:chOff x="0" y="0"/>
          <a:chExt cx="0" cy="0"/>
        </a:xfrm>
      </p:grpSpPr>
      <p:sp>
        <p:nvSpPr>
          <p:cNvPr id="568" name="Google Shape;568;p10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69" name="Google Shape;569;p10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570"/>
        <p:cNvGrpSpPr/>
        <p:nvPr/>
      </p:nvGrpSpPr>
      <p:grpSpPr>
        <a:xfrm>
          <a:off x="0" y="0"/>
          <a:ext cx="0" cy="0"/>
          <a:chOff x="0" y="0"/>
          <a:chExt cx="0" cy="0"/>
        </a:xfrm>
      </p:grpSpPr>
      <p:sp>
        <p:nvSpPr>
          <p:cNvPr id="571" name="Google Shape;571;p106"/>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0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73" name="Google Shape;573;p106"/>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574" name="Google Shape;574;p106"/>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575" name="Google Shape;575;p106"/>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1_Section Header">
  <p:cSld name="SECTION_HEADER_1_1">
    <p:bg>
      <p:bgPr>
        <a:solidFill>
          <a:srgbClr val="4A86E8"/>
        </a:solidFill>
        <a:effectLst/>
      </p:bgPr>
    </p:bg>
    <p:spTree>
      <p:nvGrpSpPr>
        <p:cNvPr id="1" name="Shape 576"/>
        <p:cNvGrpSpPr/>
        <p:nvPr/>
      </p:nvGrpSpPr>
      <p:grpSpPr>
        <a:xfrm>
          <a:off x="0" y="0"/>
          <a:ext cx="0" cy="0"/>
          <a:chOff x="0" y="0"/>
          <a:chExt cx="0" cy="0"/>
        </a:xfrm>
      </p:grpSpPr>
      <p:sp>
        <p:nvSpPr>
          <p:cNvPr id="577" name="Google Shape;577;p107"/>
          <p:cNvSpPr txBox="1">
            <a:spLocks noGrp="1"/>
          </p:cNvSpPr>
          <p:nvPr>
            <p:ph type="title"/>
          </p:nvPr>
        </p:nvSpPr>
        <p:spPr>
          <a:xfrm>
            <a:off x="623888" y="1282305"/>
            <a:ext cx="7886700" cy="2139600"/>
          </a:xfrm>
          <a:prstGeom prst="rect">
            <a:avLst/>
          </a:prstGeom>
          <a:noFill/>
          <a:ln>
            <a:noFill/>
          </a:ln>
        </p:spPr>
        <p:txBody>
          <a:bodyPr spcFirstLastPara="1" wrap="square" lIns="68575" tIns="34275" rIns="68575" bIns="34275" anchor="b" anchorCtr="0">
            <a:noAutofit/>
          </a:bodyPr>
          <a:lstStyle>
            <a:lvl1pPr lvl="0" algn="l" rtl="0">
              <a:lnSpc>
                <a:spcPct val="90000"/>
              </a:lnSpc>
              <a:spcBef>
                <a:spcPts val="0"/>
              </a:spcBef>
              <a:spcAft>
                <a:spcPts val="0"/>
              </a:spcAft>
              <a:buClr>
                <a:schemeClr val="lt1"/>
              </a:buClr>
              <a:buSzPts val="4500"/>
              <a:buFont typeface="Century Gothic"/>
              <a:buNone/>
              <a:defRPr sz="45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78" name="Google Shape;578;p107"/>
          <p:cNvSpPr txBox="1">
            <a:spLocks noGrp="1"/>
          </p:cNvSpPr>
          <p:nvPr>
            <p:ph type="body" idx="1"/>
          </p:nvPr>
        </p:nvSpPr>
        <p:spPr>
          <a:xfrm>
            <a:off x="623888" y="3442098"/>
            <a:ext cx="7886700" cy="11253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1700"/>
              </a:spcBef>
              <a:spcAft>
                <a:spcPts val="0"/>
              </a:spcAft>
              <a:buClr>
                <a:schemeClr val="lt1"/>
              </a:buClr>
              <a:buSzPts val="1800"/>
              <a:buNone/>
              <a:defRPr sz="1800">
                <a:solidFill>
                  <a:schemeClr val="lt1"/>
                </a:solidFill>
              </a:defRPr>
            </a:lvl1pPr>
            <a:lvl2pPr marL="914400" lvl="1" indent="-228600" algn="l" rtl="0">
              <a:lnSpc>
                <a:spcPct val="90000"/>
              </a:lnSpc>
              <a:spcBef>
                <a:spcPts val="400"/>
              </a:spcBef>
              <a:spcAft>
                <a:spcPts val="0"/>
              </a:spcAft>
              <a:buClr>
                <a:srgbClr val="888888"/>
              </a:buClr>
              <a:buSzPts val="1500"/>
              <a:buNone/>
              <a:defRPr sz="1500">
                <a:solidFill>
                  <a:srgbClr val="888888"/>
                </a:solidFill>
              </a:defRPr>
            </a:lvl2pPr>
            <a:lvl3pPr marL="1371600" lvl="2" indent="-228600" algn="l" rtl="0">
              <a:lnSpc>
                <a:spcPct val="90000"/>
              </a:lnSpc>
              <a:spcBef>
                <a:spcPts val="400"/>
              </a:spcBef>
              <a:spcAft>
                <a:spcPts val="0"/>
              </a:spcAft>
              <a:buClr>
                <a:srgbClr val="888888"/>
              </a:buClr>
              <a:buSzPts val="1400"/>
              <a:buNone/>
              <a:defRPr sz="1400">
                <a:solidFill>
                  <a:srgbClr val="888888"/>
                </a:solidFill>
              </a:defRPr>
            </a:lvl3pPr>
            <a:lvl4pPr marL="1828800" lvl="3" indent="-228600" algn="l" rtl="0">
              <a:lnSpc>
                <a:spcPct val="90000"/>
              </a:lnSpc>
              <a:spcBef>
                <a:spcPts val="400"/>
              </a:spcBef>
              <a:spcAft>
                <a:spcPts val="0"/>
              </a:spcAft>
              <a:buClr>
                <a:srgbClr val="888888"/>
              </a:buClr>
              <a:buSzPts val="1200"/>
              <a:buNone/>
              <a:defRPr sz="1200">
                <a:solidFill>
                  <a:srgbClr val="888888"/>
                </a:solidFill>
              </a:defRPr>
            </a:lvl4pPr>
            <a:lvl5pPr marL="2286000" lvl="4" indent="-228600" algn="l" rtl="0">
              <a:lnSpc>
                <a:spcPct val="90000"/>
              </a:lnSpc>
              <a:spcBef>
                <a:spcPts val="400"/>
              </a:spcBef>
              <a:spcAft>
                <a:spcPts val="0"/>
              </a:spcAft>
              <a:buClr>
                <a:srgbClr val="888888"/>
              </a:buClr>
              <a:buSzPts val="1200"/>
              <a:buNone/>
              <a:defRPr sz="1200">
                <a:solidFill>
                  <a:srgbClr val="888888"/>
                </a:solidFill>
              </a:defRPr>
            </a:lvl5pPr>
            <a:lvl6pPr marL="2743200" lvl="5" indent="-228600" algn="l" rtl="0">
              <a:lnSpc>
                <a:spcPct val="90000"/>
              </a:lnSpc>
              <a:spcBef>
                <a:spcPts val="400"/>
              </a:spcBef>
              <a:spcAft>
                <a:spcPts val="0"/>
              </a:spcAft>
              <a:buClr>
                <a:srgbClr val="888888"/>
              </a:buClr>
              <a:buSzPts val="1200"/>
              <a:buNone/>
              <a:defRPr sz="1200">
                <a:solidFill>
                  <a:srgbClr val="888888"/>
                </a:solidFill>
              </a:defRPr>
            </a:lvl6pPr>
            <a:lvl7pPr marL="3200400" lvl="6" indent="-228600" algn="l" rtl="0">
              <a:lnSpc>
                <a:spcPct val="90000"/>
              </a:lnSpc>
              <a:spcBef>
                <a:spcPts val="400"/>
              </a:spcBef>
              <a:spcAft>
                <a:spcPts val="0"/>
              </a:spcAft>
              <a:buClr>
                <a:srgbClr val="888888"/>
              </a:buClr>
              <a:buSzPts val="1200"/>
              <a:buNone/>
              <a:defRPr sz="1200">
                <a:solidFill>
                  <a:srgbClr val="888888"/>
                </a:solidFill>
              </a:defRPr>
            </a:lvl7pPr>
            <a:lvl8pPr marL="3657600" lvl="7" indent="-228600" algn="l" rtl="0">
              <a:lnSpc>
                <a:spcPct val="90000"/>
              </a:lnSpc>
              <a:spcBef>
                <a:spcPts val="400"/>
              </a:spcBef>
              <a:spcAft>
                <a:spcPts val="0"/>
              </a:spcAft>
              <a:buClr>
                <a:srgbClr val="888888"/>
              </a:buClr>
              <a:buSzPts val="1200"/>
              <a:buNone/>
              <a:defRPr sz="1200">
                <a:solidFill>
                  <a:srgbClr val="888888"/>
                </a:solidFill>
              </a:defRPr>
            </a:lvl8pPr>
            <a:lvl9pPr marL="4114800" lvl="8" indent="-228600" algn="l" rtl="0">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579" name="Google Shape;579;p10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solidFill>
                  <a:schemeClr val="lt1"/>
                </a:solidFill>
              </a:defRPr>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80" name="Google Shape;580;p10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solidFill>
                  <a:schemeClr val="lt1"/>
                </a:solidFill>
              </a:defRPr>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81" name="Google Shape;581;p107"/>
          <p:cNvSpPr txBox="1">
            <a:spLocks noGrp="1"/>
          </p:cNvSpPr>
          <p:nvPr>
            <p:ph type="sldNum" idx="12"/>
          </p:nvPr>
        </p:nvSpPr>
        <p:spPr>
          <a:xfrm>
            <a:off x="-19050" y="4767263"/>
            <a:ext cx="2057400" cy="273900"/>
          </a:xfrm>
          <a:prstGeom prst="rect">
            <a:avLst/>
          </a:prstGeom>
          <a:noFill/>
          <a:ln>
            <a:noFill/>
          </a:ln>
        </p:spPr>
        <p:txBody>
          <a:bodyPr spcFirstLastPara="1" wrap="square" lIns="68575" tIns="34275" rIns="68575" bIns="34275" anchor="ctr" anchorCtr="0">
            <a:noAutofit/>
          </a:bodyPr>
          <a:lstStyle>
            <a:lvl1pPr marL="0" lvl="0" indent="0" algn="l" rtl="0">
              <a:spcBef>
                <a:spcPts val="0"/>
              </a:spcBef>
              <a:buNone/>
              <a:defRPr sz="900">
                <a:solidFill>
                  <a:schemeClr val="lt1"/>
                </a:solidFill>
                <a:latin typeface="Helvetica Neue"/>
                <a:ea typeface="Helvetica Neue"/>
                <a:cs typeface="Helvetica Neue"/>
                <a:sym typeface="Helvetica Neue"/>
              </a:defRPr>
            </a:lvl1pPr>
            <a:lvl2pPr marL="0" lvl="1" indent="0" algn="l" rtl="0">
              <a:spcBef>
                <a:spcPts val="0"/>
              </a:spcBef>
              <a:buNone/>
              <a:defRPr sz="900">
                <a:solidFill>
                  <a:schemeClr val="lt1"/>
                </a:solidFill>
                <a:latin typeface="Helvetica Neue"/>
                <a:ea typeface="Helvetica Neue"/>
                <a:cs typeface="Helvetica Neue"/>
                <a:sym typeface="Helvetica Neue"/>
              </a:defRPr>
            </a:lvl2pPr>
            <a:lvl3pPr marL="0" lvl="2" indent="0" algn="l" rtl="0">
              <a:spcBef>
                <a:spcPts val="0"/>
              </a:spcBef>
              <a:buNone/>
              <a:defRPr sz="900">
                <a:solidFill>
                  <a:schemeClr val="lt1"/>
                </a:solidFill>
                <a:latin typeface="Helvetica Neue"/>
                <a:ea typeface="Helvetica Neue"/>
                <a:cs typeface="Helvetica Neue"/>
                <a:sym typeface="Helvetica Neue"/>
              </a:defRPr>
            </a:lvl3pPr>
            <a:lvl4pPr marL="0" lvl="3" indent="0" algn="l" rtl="0">
              <a:spcBef>
                <a:spcPts val="0"/>
              </a:spcBef>
              <a:buNone/>
              <a:defRPr sz="900">
                <a:solidFill>
                  <a:schemeClr val="lt1"/>
                </a:solidFill>
                <a:latin typeface="Helvetica Neue"/>
                <a:ea typeface="Helvetica Neue"/>
                <a:cs typeface="Helvetica Neue"/>
                <a:sym typeface="Helvetica Neue"/>
              </a:defRPr>
            </a:lvl4pPr>
            <a:lvl5pPr marL="0" lvl="4" indent="0" algn="l" rtl="0">
              <a:spcBef>
                <a:spcPts val="0"/>
              </a:spcBef>
              <a:buNone/>
              <a:defRPr sz="900">
                <a:solidFill>
                  <a:schemeClr val="lt1"/>
                </a:solidFill>
                <a:latin typeface="Helvetica Neue"/>
                <a:ea typeface="Helvetica Neue"/>
                <a:cs typeface="Helvetica Neue"/>
                <a:sym typeface="Helvetica Neue"/>
              </a:defRPr>
            </a:lvl5pPr>
            <a:lvl6pPr marL="0" lvl="5" indent="0" algn="l" rtl="0">
              <a:spcBef>
                <a:spcPts val="0"/>
              </a:spcBef>
              <a:buNone/>
              <a:defRPr sz="900">
                <a:solidFill>
                  <a:schemeClr val="lt1"/>
                </a:solidFill>
                <a:latin typeface="Helvetica Neue"/>
                <a:ea typeface="Helvetica Neue"/>
                <a:cs typeface="Helvetica Neue"/>
                <a:sym typeface="Helvetica Neue"/>
              </a:defRPr>
            </a:lvl6pPr>
            <a:lvl7pPr marL="0" lvl="6" indent="0" algn="l" rtl="0">
              <a:spcBef>
                <a:spcPts val="0"/>
              </a:spcBef>
              <a:buNone/>
              <a:defRPr sz="900">
                <a:solidFill>
                  <a:schemeClr val="lt1"/>
                </a:solidFill>
                <a:latin typeface="Helvetica Neue"/>
                <a:ea typeface="Helvetica Neue"/>
                <a:cs typeface="Helvetica Neue"/>
                <a:sym typeface="Helvetica Neue"/>
              </a:defRPr>
            </a:lvl7pPr>
            <a:lvl8pPr marL="0" lvl="7" indent="0" algn="l" rtl="0">
              <a:spcBef>
                <a:spcPts val="0"/>
              </a:spcBef>
              <a:buNone/>
              <a:defRPr sz="900">
                <a:solidFill>
                  <a:schemeClr val="lt1"/>
                </a:solidFill>
                <a:latin typeface="Helvetica Neue"/>
                <a:ea typeface="Helvetica Neue"/>
                <a:cs typeface="Helvetica Neue"/>
                <a:sym typeface="Helvetica Neue"/>
              </a:defRPr>
            </a:lvl8pPr>
            <a:lvl9pPr marL="0" lvl="8" indent="0" algn="l" rtl="0">
              <a:spcBef>
                <a:spcPts val="0"/>
              </a:spcBef>
              <a:buNone/>
              <a:defRPr sz="900">
                <a:solidFill>
                  <a:schemeClr val="lt1"/>
                </a:solidFill>
                <a:latin typeface="Helvetica Neue"/>
                <a:ea typeface="Helvetica Neue"/>
                <a:cs typeface="Helvetica Neue"/>
                <a:sym typeface="Helvetica Neu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82"/>
        <p:cNvGrpSpPr/>
        <p:nvPr/>
      </p:nvGrpSpPr>
      <p:grpSpPr>
        <a:xfrm>
          <a:off x="0" y="0"/>
          <a:ext cx="0" cy="0"/>
          <a:chOff x="0" y="0"/>
          <a:chExt cx="0" cy="0"/>
        </a:xfrm>
      </p:grpSpPr>
      <p:sp>
        <p:nvSpPr>
          <p:cNvPr id="583" name="Google Shape;583;p108"/>
          <p:cNvSpPr txBox="1">
            <a:spLocks noGrp="1"/>
          </p:cNvSpPr>
          <p:nvPr>
            <p:ph type="title"/>
          </p:nvPr>
        </p:nvSpPr>
        <p:spPr>
          <a:xfrm>
            <a:off x="414338" y="240506"/>
            <a:ext cx="81012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84" name="Google Shape;584;p108"/>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1700"/>
              </a:spcBef>
              <a:spcAft>
                <a:spcPts val="0"/>
              </a:spcAft>
              <a:buClr>
                <a:schemeClr val="dk1"/>
              </a:buClr>
              <a:buSzPts val="2100"/>
              <a:buFont typeface="Noto Sans Symbols"/>
              <a:buChar char="⮚"/>
              <a:defRPr/>
            </a:lvl1pPr>
            <a:lvl2pPr marL="914400" lvl="1" indent="-342900" algn="l" rtl="0">
              <a:lnSpc>
                <a:spcPct val="90000"/>
              </a:lnSpc>
              <a:spcBef>
                <a:spcPts val="400"/>
              </a:spcBef>
              <a:spcAft>
                <a:spcPts val="0"/>
              </a:spcAft>
              <a:buClr>
                <a:schemeClr val="dk1"/>
              </a:buClr>
              <a:buSzPts val="1800"/>
              <a:buChar char="•"/>
              <a:defRPr/>
            </a:lvl2pPr>
            <a:lvl3pPr marL="1371600" lvl="2" indent="-323850" algn="l" rtl="0">
              <a:lnSpc>
                <a:spcPct val="90000"/>
              </a:lnSpc>
              <a:spcBef>
                <a:spcPts val="400"/>
              </a:spcBef>
              <a:spcAft>
                <a:spcPts val="0"/>
              </a:spcAft>
              <a:buClr>
                <a:schemeClr val="dk1"/>
              </a:buClr>
              <a:buSzPts val="15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585" name="Google Shape;585;p10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86" name="Google Shape;586;p10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87" name="Google Shape;587;p108"/>
          <p:cNvSpPr txBox="1">
            <a:spLocks noGrp="1"/>
          </p:cNvSpPr>
          <p:nvPr>
            <p:ph type="sldNum" idx="12"/>
          </p:nvPr>
        </p:nvSpPr>
        <p:spPr>
          <a:xfrm>
            <a:off x="-19050" y="4767263"/>
            <a:ext cx="2057400" cy="273900"/>
          </a:xfrm>
          <a:prstGeom prst="rect">
            <a:avLst/>
          </a:prstGeom>
          <a:noFill/>
          <a:ln>
            <a:noFill/>
          </a:ln>
        </p:spPr>
        <p:txBody>
          <a:bodyPr spcFirstLastPara="1" wrap="square" lIns="68575" tIns="34275" rIns="68575" bIns="34275" anchor="ctr" anchorCtr="0">
            <a:noAutofit/>
          </a:bodyPr>
          <a:lstStyle>
            <a:lvl1pPr marL="0" lvl="0" indent="0" algn="l" rtl="0">
              <a:spcBef>
                <a:spcPts val="0"/>
              </a:spcBef>
              <a:buNone/>
              <a:defRPr>
                <a:solidFill>
                  <a:srgbClr val="888888"/>
                </a:solidFill>
              </a:defRPr>
            </a:lvl1pPr>
            <a:lvl2pPr marL="0" lvl="1" indent="0" algn="l" rtl="0">
              <a:spcBef>
                <a:spcPts val="0"/>
              </a:spcBef>
              <a:buNone/>
              <a:defRPr>
                <a:solidFill>
                  <a:srgbClr val="888888"/>
                </a:solidFill>
              </a:defRPr>
            </a:lvl2pPr>
            <a:lvl3pPr marL="0" lvl="2" indent="0" algn="l" rtl="0">
              <a:spcBef>
                <a:spcPts val="0"/>
              </a:spcBef>
              <a:buNone/>
              <a:defRPr>
                <a:solidFill>
                  <a:srgbClr val="888888"/>
                </a:solidFill>
              </a:defRPr>
            </a:lvl3pPr>
            <a:lvl4pPr marL="0" lvl="3" indent="0" algn="l" rtl="0">
              <a:spcBef>
                <a:spcPts val="0"/>
              </a:spcBef>
              <a:buNone/>
              <a:defRPr>
                <a:solidFill>
                  <a:srgbClr val="888888"/>
                </a:solidFill>
              </a:defRPr>
            </a:lvl4pPr>
            <a:lvl5pPr marL="0" lvl="4" indent="0" algn="l" rtl="0">
              <a:spcBef>
                <a:spcPts val="0"/>
              </a:spcBef>
              <a:buNone/>
              <a:defRPr>
                <a:solidFill>
                  <a:srgbClr val="888888"/>
                </a:solidFill>
              </a:defRPr>
            </a:lvl5pPr>
            <a:lvl6pPr marL="0" lvl="5" indent="0" algn="l" rtl="0">
              <a:spcBef>
                <a:spcPts val="0"/>
              </a:spcBef>
              <a:buNone/>
              <a:defRPr>
                <a:solidFill>
                  <a:srgbClr val="888888"/>
                </a:solidFill>
              </a:defRPr>
            </a:lvl6pPr>
            <a:lvl7pPr marL="0" lvl="6" indent="0" algn="l" rtl="0">
              <a:spcBef>
                <a:spcPts val="0"/>
              </a:spcBef>
              <a:buNone/>
              <a:defRPr>
                <a:solidFill>
                  <a:srgbClr val="888888"/>
                </a:solidFill>
              </a:defRPr>
            </a:lvl7pPr>
            <a:lvl8pPr marL="0" lvl="7" indent="0" algn="l" rtl="0">
              <a:spcBef>
                <a:spcPts val="0"/>
              </a:spcBef>
              <a:buNone/>
              <a:defRPr>
                <a:solidFill>
                  <a:srgbClr val="888888"/>
                </a:solidFill>
              </a:defRPr>
            </a:lvl8pPr>
            <a:lvl9pPr marL="0" lvl="8" indent="0" algn="l" rtl="0">
              <a:spcBef>
                <a:spcPts val="0"/>
              </a:spcBef>
              <a:buNone/>
              <a:defRPr>
                <a:solidFill>
                  <a:srgbClr val="888888"/>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1_Title and Body">
  <p:cSld name="TITLE_AND_BODY_1_1">
    <p:spTree>
      <p:nvGrpSpPr>
        <p:cNvPr id="1" name="Shape 588"/>
        <p:cNvGrpSpPr/>
        <p:nvPr/>
      </p:nvGrpSpPr>
      <p:grpSpPr>
        <a:xfrm>
          <a:off x="0" y="0"/>
          <a:ext cx="0" cy="0"/>
          <a:chOff x="0" y="0"/>
          <a:chExt cx="0" cy="0"/>
        </a:xfrm>
      </p:grpSpPr>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589"/>
        <p:cNvGrpSpPr/>
        <p:nvPr/>
      </p:nvGrpSpPr>
      <p:grpSpPr>
        <a:xfrm>
          <a:off x="0" y="0"/>
          <a:ext cx="0" cy="0"/>
          <a:chOff x="0" y="0"/>
          <a:chExt cx="0" cy="0"/>
        </a:xfrm>
      </p:grpSpPr>
      <p:sp>
        <p:nvSpPr>
          <p:cNvPr id="590" name="Google Shape;590;p11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6D9EEB"/>
              </a:buClr>
              <a:buSzPts val="3600"/>
              <a:buNone/>
              <a:defRPr sz="3600">
                <a:solidFill>
                  <a:srgbClr val="6D9EEB"/>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91" name="Google Shape;591;p1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Roadmap 1">
  <p:cSld name="SECTION_TITLE_AND_DESCRIPTION_1_4">
    <p:spTree>
      <p:nvGrpSpPr>
        <p:cNvPr id="1" name="Shape 592"/>
        <p:cNvGrpSpPr/>
        <p:nvPr/>
      </p:nvGrpSpPr>
      <p:grpSpPr>
        <a:xfrm>
          <a:off x="0" y="0"/>
          <a:ext cx="0" cy="0"/>
          <a:chOff x="0" y="0"/>
          <a:chExt cx="0" cy="0"/>
        </a:xfrm>
      </p:grpSpPr>
      <p:sp>
        <p:nvSpPr>
          <p:cNvPr id="593" name="Google Shape;593;p111"/>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95" name="Google Shape;595;p111"/>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596" name="Google Shape;596;p111"/>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97" name="Google Shape;597;p111"/>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598" name="Google Shape;598;p111"/>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599" name="Google Shape;599;p111"/>
          <p:cNvSpPr txBox="1"/>
          <p:nvPr/>
        </p:nvSpPr>
        <p:spPr>
          <a:xfrm>
            <a:off x="177925" y="4068000"/>
            <a:ext cx="4158000" cy="393600"/>
          </a:xfrm>
          <a:prstGeom prst="rect">
            <a:avLst/>
          </a:prstGeom>
          <a:noFill/>
          <a:ln>
            <a:noFill/>
          </a:ln>
        </p:spPr>
        <p:txBody>
          <a:bodyPr spcFirstLastPara="1" wrap="square" lIns="91425" tIns="91425" rIns="91425" bIns="91425" anchor="ctr" anchorCtr="0">
            <a:noAutofit/>
          </a:bodyPr>
          <a:lstStyle/>
          <a:p>
            <a:pPr marL="0" lvl="0" indent="0" algn="l" rtl="0">
              <a:spcBef>
                <a:spcPts val="600"/>
              </a:spcBef>
              <a:spcAft>
                <a:spcPts val="0"/>
              </a:spcAft>
              <a:buNone/>
            </a:pPr>
            <a:r>
              <a:rPr lang="en" sz="1600">
                <a:solidFill>
                  <a:srgbClr val="000000"/>
                </a:solidFill>
                <a:latin typeface="Roboto Light"/>
                <a:ea typeface="Roboto Light"/>
                <a:cs typeface="Roboto Light"/>
                <a:sym typeface="Roboto Light"/>
              </a:rPr>
              <a:t>Lecture 05, Data 100 Spring 2023</a:t>
            </a:r>
            <a:endParaRPr sz="1600">
              <a:solidFill>
                <a:srgbClr val="000000"/>
              </a:solidFill>
              <a:latin typeface="Roboto Light"/>
              <a:ea typeface="Roboto Light"/>
              <a:cs typeface="Roboto Light"/>
              <a:sym typeface="Roboto Light"/>
            </a:endParaRPr>
          </a:p>
        </p:txBody>
      </p:sp>
      <p:pic>
        <p:nvPicPr>
          <p:cNvPr id="600" name="Google Shape;600;p111"/>
          <p:cNvPicPr preferRelativeResize="0"/>
          <p:nvPr/>
        </p:nvPicPr>
        <p:blipFill>
          <a:blip r:embed="rId3">
            <a:alphaModFix/>
          </a:blip>
          <a:stretch>
            <a:fillRect/>
          </a:stretch>
        </p:blipFill>
        <p:spPr>
          <a:xfrm>
            <a:off x="8472450" y="72900"/>
            <a:ext cx="611100" cy="611100"/>
          </a:xfrm>
          <a:prstGeom prst="rect">
            <a:avLst/>
          </a:prstGeom>
          <a:noFill/>
          <a:ln>
            <a:noFill/>
          </a:ln>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6"/>
        <p:cNvGrpSpPr/>
        <p:nvPr/>
      </p:nvGrpSpPr>
      <p:grpSpPr>
        <a:xfrm>
          <a:off x="0" y="0"/>
          <a:ext cx="0" cy="0"/>
          <a:chOff x="0" y="0"/>
          <a:chExt cx="0" cy="0"/>
        </a:xfrm>
      </p:grpSpPr>
      <p:sp>
        <p:nvSpPr>
          <p:cNvPr id="607" name="Google Shape;607;p1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a:endParaRPr/>
          </a:p>
        </p:txBody>
      </p:sp>
      <p:sp>
        <p:nvSpPr>
          <p:cNvPr id="608" name="Google Shape;608;p113"/>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
        <p:nvSpPr>
          <p:cNvPr id="609" name="Google Shape;609;p1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10"/>
        <p:cNvGrpSpPr/>
        <p:nvPr/>
      </p:nvGrpSpPr>
      <p:grpSpPr>
        <a:xfrm>
          <a:off x="0" y="0"/>
          <a:ext cx="0" cy="0"/>
          <a:chOff x="0" y="0"/>
          <a:chExt cx="0" cy="0"/>
        </a:xfrm>
      </p:grpSpPr>
      <p:sp>
        <p:nvSpPr>
          <p:cNvPr id="611" name="Google Shape;611;p11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12" name="Google Shape;612;p1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13" name="Google Shape;613;p114"/>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4"/>
        <p:cNvGrpSpPr/>
        <p:nvPr/>
      </p:nvGrpSpPr>
      <p:grpSpPr>
        <a:xfrm>
          <a:off x="0" y="0"/>
          <a:ext cx="0" cy="0"/>
          <a:chOff x="0" y="0"/>
          <a:chExt cx="0" cy="0"/>
        </a:xfrm>
      </p:grpSpPr>
      <p:sp>
        <p:nvSpPr>
          <p:cNvPr id="615" name="Google Shape;615;p11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16" name="Google Shape;616;p115"/>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617" name="Google Shape;617;p1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618" name="Google Shape;618;p115"/>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619"/>
        <p:cNvGrpSpPr/>
        <p:nvPr/>
      </p:nvGrpSpPr>
      <p:grpSpPr>
        <a:xfrm>
          <a:off x="0" y="0"/>
          <a:ext cx="0" cy="0"/>
          <a:chOff x="0" y="0"/>
          <a:chExt cx="0" cy="0"/>
        </a:xfrm>
      </p:grpSpPr>
      <p:sp>
        <p:nvSpPr>
          <p:cNvPr id="620" name="Google Shape;620;p116"/>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22" name="Google Shape;622;p116"/>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623" name="Google Shape;623;p116"/>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24" name="Google Shape;624;p116"/>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625" name="Google Shape;625;p116"/>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626" name="Google Shape;626;p116"/>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627"/>
        <p:cNvGrpSpPr/>
        <p:nvPr/>
      </p:nvGrpSpPr>
      <p:grpSpPr>
        <a:xfrm>
          <a:off x="0" y="0"/>
          <a:ext cx="0" cy="0"/>
          <a:chOff x="0" y="0"/>
          <a:chExt cx="0" cy="0"/>
        </a:xfrm>
      </p:grpSpPr>
      <p:sp>
        <p:nvSpPr>
          <p:cNvPr id="628" name="Google Shape;628;p117"/>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17"/>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30" name="Google Shape;630;p1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31" name="Google Shape;631;p117"/>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632" name="Google Shape;632;p117"/>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633" name="Google Shape;633;p11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34" name="Google Shape;634;p117"/>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635"/>
        <p:cNvGrpSpPr/>
        <p:nvPr/>
      </p:nvGrpSpPr>
      <p:grpSpPr>
        <a:xfrm>
          <a:off x="0" y="0"/>
          <a:ext cx="0" cy="0"/>
          <a:chOff x="0" y="0"/>
          <a:chExt cx="0" cy="0"/>
        </a:xfrm>
      </p:grpSpPr>
      <p:sp>
        <p:nvSpPr>
          <p:cNvPr id="636" name="Google Shape;636;p118"/>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18"/>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38" name="Google Shape;638;p118"/>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639" name="Google Shape;639;p118"/>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640" name="Google Shape;640;p118"/>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41" name="Google Shape;641;p118"/>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642" name="Google Shape;642;p1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43" name="Google Shape;643;p1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44"/>
        <p:cNvGrpSpPr/>
        <p:nvPr/>
      </p:nvGrpSpPr>
      <p:grpSpPr>
        <a:xfrm>
          <a:off x="0" y="0"/>
          <a:ext cx="0" cy="0"/>
          <a:chOff x="0" y="0"/>
          <a:chExt cx="0" cy="0"/>
        </a:xfrm>
      </p:grpSpPr>
      <p:sp>
        <p:nvSpPr>
          <p:cNvPr id="645" name="Google Shape;645;p11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46" name="Google Shape;646;p119"/>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647" name="Google Shape;647;p1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648" name="Google Shape;648;p119"/>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649" name="Google Shape;649;p119"/>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50"/>
        <p:cNvGrpSpPr/>
        <p:nvPr/>
      </p:nvGrpSpPr>
      <p:grpSpPr>
        <a:xfrm>
          <a:off x="0" y="0"/>
          <a:ext cx="0" cy="0"/>
          <a:chOff x="0" y="0"/>
          <a:chExt cx="0" cy="0"/>
        </a:xfrm>
      </p:grpSpPr>
      <p:sp>
        <p:nvSpPr>
          <p:cNvPr id="651" name="Google Shape;651;p12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52" name="Google Shape;652;p1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653" name="Google Shape;653;p120"/>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54"/>
        <p:cNvGrpSpPr/>
        <p:nvPr/>
      </p:nvGrpSpPr>
      <p:grpSpPr>
        <a:xfrm>
          <a:off x="0" y="0"/>
          <a:ext cx="0" cy="0"/>
          <a:chOff x="0" y="0"/>
          <a:chExt cx="0" cy="0"/>
        </a:xfrm>
      </p:grpSpPr>
      <p:sp>
        <p:nvSpPr>
          <p:cNvPr id="655" name="Google Shape;655;p121"/>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656" name="Google Shape;656;p1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657"/>
        <p:cNvGrpSpPr/>
        <p:nvPr/>
      </p:nvGrpSpPr>
      <p:grpSpPr>
        <a:xfrm>
          <a:off x="0" y="0"/>
          <a:ext cx="0" cy="0"/>
          <a:chOff x="0" y="0"/>
          <a:chExt cx="0" cy="0"/>
        </a:xfrm>
      </p:grpSpPr>
      <p:sp>
        <p:nvSpPr>
          <p:cNvPr id="658" name="Google Shape;658;p122"/>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2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660" name="Google Shape;660;p12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61" name="Google Shape;661;p1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62" name="Google Shape;662;p122"/>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rtl="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rtl="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rtl="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rtl="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rtl="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rtl="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rtl="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rtl="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3"/>
        <p:cNvGrpSpPr/>
        <p:nvPr/>
      </p:nvGrpSpPr>
      <p:grpSpPr>
        <a:xfrm>
          <a:off x="0" y="0"/>
          <a:ext cx="0" cy="0"/>
          <a:chOff x="0" y="0"/>
          <a:chExt cx="0" cy="0"/>
        </a:xfrm>
      </p:grpSpPr>
      <p:sp>
        <p:nvSpPr>
          <p:cNvPr id="664" name="Google Shape;664;p1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65" name="Google Shape;665;p123"/>
          <p:cNvSpPr txBox="1">
            <a:spLocks noGrp="1"/>
          </p:cNvSpPr>
          <p:nvPr>
            <p:ph type="title"/>
          </p:nvPr>
        </p:nvSpPr>
        <p:spPr>
          <a:xfrm>
            <a:off x="95425" y="4382350"/>
            <a:ext cx="8425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cxnSp>
        <p:nvCxnSpPr>
          <p:cNvPr id="666" name="Google Shape;666;p123"/>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7"/>
        <p:cNvGrpSpPr/>
        <p:nvPr/>
      </p:nvGrpSpPr>
      <p:grpSpPr>
        <a:xfrm>
          <a:off x="0" y="0"/>
          <a:ext cx="0" cy="0"/>
          <a:chOff x="0" y="0"/>
          <a:chExt cx="0" cy="0"/>
        </a:xfrm>
      </p:grpSpPr>
      <p:sp>
        <p:nvSpPr>
          <p:cNvPr id="668" name="Google Shape;668;p1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669"/>
        <p:cNvGrpSpPr/>
        <p:nvPr/>
      </p:nvGrpSpPr>
      <p:grpSpPr>
        <a:xfrm>
          <a:off x="0" y="0"/>
          <a:ext cx="0" cy="0"/>
          <a:chOff x="0" y="0"/>
          <a:chExt cx="0" cy="0"/>
        </a:xfrm>
      </p:grpSpPr>
      <p:sp>
        <p:nvSpPr>
          <p:cNvPr id="670" name="Google Shape;670;p1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Title - Top">
  <p:cSld name="TITLE_AND_BODY_1">
    <p:spTree>
      <p:nvGrpSpPr>
        <p:cNvPr id="1" name="Shape 671"/>
        <p:cNvGrpSpPr/>
        <p:nvPr/>
      </p:nvGrpSpPr>
      <p:grpSpPr>
        <a:xfrm>
          <a:off x="0" y="0"/>
          <a:ext cx="0" cy="0"/>
          <a:chOff x="0" y="0"/>
          <a:chExt cx="0" cy="0"/>
        </a:xfrm>
      </p:grpSpPr>
      <p:sp>
        <p:nvSpPr>
          <p:cNvPr id="672" name="Google Shape;672;p126"/>
          <p:cNvSpPr txBox="1">
            <a:spLocks noGrp="1"/>
          </p:cNvSpPr>
          <p:nvPr>
            <p:ph type="title"/>
          </p:nvPr>
        </p:nvSpPr>
        <p:spPr>
          <a:xfrm>
            <a:off x="357188" y="198377"/>
            <a:ext cx="8429700" cy="624000"/>
          </a:xfrm>
          <a:prstGeom prst="rect">
            <a:avLst/>
          </a:prstGeom>
          <a:noFill/>
          <a:ln>
            <a:noFill/>
          </a:ln>
        </p:spPr>
        <p:txBody>
          <a:bodyPr spcFirstLastPara="1" wrap="square" lIns="19050" tIns="19050" rIns="19050" bIns="19050" anchor="ctr" anchorCtr="0">
            <a:noAutofit/>
          </a:bodyPr>
          <a:lstStyle>
            <a:lvl1pPr lvl="0" algn="ctr" rtl="0">
              <a:lnSpc>
                <a:spcPct val="90000"/>
              </a:lnSpc>
              <a:spcBef>
                <a:spcPts val="900"/>
              </a:spcBef>
              <a:spcAft>
                <a:spcPts val="0"/>
              </a:spcAft>
              <a:buClr>
                <a:srgbClr val="013262"/>
              </a:buClr>
              <a:buSzPts val="700"/>
              <a:buNone/>
              <a:defRPr/>
            </a:lvl1pPr>
            <a:lvl2pPr lvl="1" algn="ctr" rtl="0">
              <a:lnSpc>
                <a:spcPct val="90000"/>
              </a:lnSpc>
              <a:spcBef>
                <a:spcPts val="900"/>
              </a:spcBef>
              <a:spcAft>
                <a:spcPts val="0"/>
              </a:spcAft>
              <a:buClr>
                <a:srgbClr val="013262"/>
              </a:buClr>
              <a:buSzPts val="700"/>
              <a:buNone/>
              <a:defRPr/>
            </a:lvl2pPr>
            <a:lvl3pPr lvl="2" algn="ctr" rtl="0">
              <a:lnSpc>
                <a:spcPct val="90000"/>
              </a:lnSpc>
              <a:spcBef>
                <a:spcPts val="900"/>
              </a:spcBef>
              <a:spcAft>
                <a:spcPts val="0"/>
              </a:spcAft>
              <a:buClr>
                <a:srgbClr val="013262"/>
              </a:buClr>
              <a:buSzPts val="700"/>
              <a:buNone/>
              <a:defRPr/>
            </a:lvl3pPr>
            <a:lvl4pPr lvl="3" algn="ctr" rtl="0">
              <a:lnSpc>
                <a:spcPct val="90000"/>
              </a:lnSpc>
              <a:spcBef>
                <a:spcPts val="900"/>
              </a:spcBef>
              <a:spcAft>
                <a:spcPts val="0"/>
              </a:spcAft>
              <a:buClr>
                <a:srgbClr val="013262"/>
              </a:buClr>
              <a:buSzPts val="700"/>
              <a:buNone/>
              <a:defRPr/>
            </a:lvl4pPr>
            <a:lvl5pPr lvl="4" algn="ctr" rtl="0">
              <a:lnSpc>
                <a:spcPct val="90000"/>
              </a:lnSpc>
              <a:spcBef>
                <a:spcPts val="900"/>
              </a:spcBef>
              <a:spcAft>
                <a:spcPts val="0"/>
              </a:spcAft>
              <a:buClr>
                <a:srgbClr val="013262"/>
              </a:buClr>
              <a:buSzPts val="700"/>
              <a:buNone/>
              <a:defRPr/>
            </a:lvl5pPr>
            <a:lvl6pPr lvl="5" algn="ctr" rtl="0">
              <a:lnSpc>
                <a:spcPct val="90000"/>
              </a:lnSpc>
              <a:spcBef>
                <a:spcPts val="900"/>
              </a:spcBef>
              <a:spcAft>
                <a:spcPts val="0"/>
              </a:spcAft>
              <a:buClr>
                <a:srgbClr val="013262"/>
              </a:buClr>
              <a:buSzPts val="700"/>
              <a:buNone/>
              <a:defRPr/>
            </a:lvl6pPr>
            <a:lvl7pPr lvl="6" algn="ctr" rtl="0">
              <a:lnSpc>
                <a:spcPct val="90000"/>
              </a:lnSpc>
              <a:spcBef>
                <a:spcPts val="900"/>
              </a:spcBef>
              <a:spcAft>
                <a:spcPts val="0"/>
              </a:spcAft>
              <a:buClr>
                <a:srgbClr val="013262"/>
              </a:buClr>
              <a:buSzPts val="700"/>
              <a:buNone/>
              <a:defRPr/>
            </a:lvl7pPr>
            <a:lvl8pPr lvl="7" algn="ctr" rtl="0">
              <a:lnSpc>
                <a:spcPct val="90000"/>
              </a:lnSpc>
              <a:spcBef>
                <a:spcPts val="900"/>
              </a:spcBef>
              <a:spcAft>
                <a:spcPts val="0"/>
              </a:spcAft>
              <a:buClr>
                <a:srgbClr val="013262"/>
              </a:buClr>
              <a:buSzPts val="700"/>
              <a:buNone/>
              <a:defRPr/>
            </a:lvl8pPr>
            <a:lvl9pPr lvl="8" algn="ctr" rtl="0">
              <a:lnSpc>
                <a:spcPct val="90000"/>
              </a:lnSpc>
              <a:spcBef>
                <a:spcPts val="900"/>
              </a:spcBef>
              <a:spcAft>
                <a:spcPts val="0"/>
              </a:spcAft>
              <a:buClr>
                <a:srgbClr val="013262"/>
              </a:buClr>
              <a:buSzPts val="700"/>
              <a:buNone/>
              <a:defRPr/>
            </a:lvl9pPr>
          </a:lstStyle>
          <a:p>
            <a:endParaRPr/>
          </a:p>
        </p:txBody>
      </p:sp>
      <p:sp>
        <p:nvSpPr>
          <p:cNvPr id="673" name="Google Shape;673;p126"/>
          <p:cNvSpPr txBox="1">
            <a:spLocks noGrp="1"/>
          </p:cNvSpPr>
          <p:nvPr>
            <p:ph type="sldNum" idx="12"/>
          </p:nvPr>
        </p:nvSpPr>
        <p:spPr>
          <a:xfrm>
            <a:off x="4491037" y="4881563"/>
            <a:ext cx="157200" cy="190500"/>
          </a:xfrm>
          <a:prstGeom prst="rect">
            <a:avLst/>
          </a:prstGeom>
          <a:noFill/>
          <a:ln>
            <a:noFill/>
          </a:ln>
        </p:spPr>
        <p:txBody>
          <a:bodyPr spcFirstLastPara="1" wrap="square" lIns="19050" tIns="19050" rIns="19050" bIns="19050" anchor="t" anchorCtr="0">
            <a:noAutofit/>
          </a:bodyPr>
          <a:lstStyle>
            <a:lvl1pPr marL="0" lvl="0"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1pPr>
            <a:lvl2pPr marL="0" lvl="1"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2pPr>
            <a:lvl3pPr marL="0" lvl="2"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3pPr>
            <a:lvl4pPr marL="0" lvl="3"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4pPr>
            <a:lvl5pPr marL="0" lvl="4"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5pPr>
            <a:lvl6pPr marL="0" lvl="5"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6pPr>
            <a:lvl7pPr marL="0" lvl="6"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7pPr>
            <a:lvl8pPr marL="0" lvl="7"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8pPr>
            <a:lvl9pPr marL="0" lvl="8"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9pPr>
          </a:lstStyle>
          <a:p>
            <a:pPr marL="0" lvl="0" indent="0" algn="ctr" rtl="0">
              <a:spcBef>
                <a:spcPts val="0"/>
              </a:spcBef>
              <a:spcAft>
                <a:spcPts val="0"/>
              </a:spcAft>
              <a:buNone/>
            </a:pPr>
            <a:fld id="{00000000-1234-1234-1234-123412341234}" type="slidenum">
              <a:rPr lang="en"/>
              <a:t>‹#›</a:t>
            </a:fld>
            <a:endParaRPr sz="1000">
              <a:solidFill>
                <a:schemeClr val="dk1"/>
              </a:solidFill>
              <a:latin typeface="Roboto"/>
              <a:ea typeface="Roboto"/>
              <a:cs typeface="Roboto"/>
              <a:sym typeface="Roboto"/>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Title - Top 1">
  <p:cSld name="TITLE_AND_BODY_2">
    <p:spTree>
      <p:nvGrpSpPr>
        <p:cNvPr id="1" name="Shape 674"/>
        <p:cNvGrpSpPr/>
        <p:nvPr/>
      </p:nvGrpSpPr>
      <p:grpSpPr>
        <a:xfrm>
          <a:off x="0" y="0"/>
          <a:ext cx="0" cy="0"/>
          <a:chOff x="0" y="0"/>
          <a:chExt cx="0" cy="0"/>
        </a:xfrm>
      </p:grpSpPr>
      <p:sp>
        <p:nvSpPr>
          <p:cNvPr id="675" name="Google Shape;675;p127"/>
          <p:cNvSpPr txBox="1">
            <a:spLocks noGrp="1"/>
          </p:cNvSpPr>
          <p:nvPr>
            <p:ph type="title"/>
          </p:nvPr>
        </p:nvSpPr>
        <p:spPr>
          <a:xfrm>
            <a:off x="357188" y="198377"/>
            <a:ext cx="8429700" cy="624000"/>
          </a:xfrm>
          <a:prstGeom prst="rect">
            <a:avLst/>
          </a:prstGeom>
          <a:noFill/>
          <a:ln>
            <a:noFill/>
          </a:ln>
        </p:spPr>
        <p:txBody>
          <a:bodyPr spcFirstLastPara="1" wrap="square" lIns="19050" tIns="19050" rIns="19050" bIns="19050" anchor="ctr" anchorCtr="0">
            <a:noAutofit/>
          </a:bodyPr>
          <a:lstStyle>
            <a:lvl1pPr lvl="0" algn="ctr" rtl="0">
              <a:lnSpc>
                <a:spcPct val="90000"/>
              </a:lnSpc>
              <a:spcBef>
                <a:spcPts val="900"/>
              </a:spcBef>
              <a:spcAft>
                <a:spcPts val="0"/>
              </a:spcAft>
              <a:buClr>
                <a:srgbClr val="013262"/>
              </a:buClr>
              <a:buSzPts val="700"/>
              <a:buNone/>
              <a:defRPr/>
            </a:lvl1pPr>
            <a:lvl2pPr lvl="1" algn="ctr" rtl="0">
              <a:lnSpc>
                <a:spcPct val="90000"/>
              </a:lnSpc>
              <a:spcBef>
                <a:spcPts val="900"/>
              </a:spcBef>
              <a:spcAft>
                <a:spcPts val="0"/>
              </a:spcAft>
              <a:buClr>
                <a:srgbClr val="013262"/>
              </a:buClr>
              <a:buSzPts val="700"/>
              <a:buNone/>
              <a:defRPr/>
            </a:lvl2pPr>
            <a:lvl3pPr lvl="2" algn="ctr" rtl="0">
              <a:lnSpc>
                <a:spcPct val="90000"/>
              </a:lnSpc>
              <a:spcBef>
                <a:spcPts val="900"/>
              </a:spcBef>
              <a:spcAft>
                <a:spcPts val="0"/>
              </a:spcAft>
              <a:buClr>
                <a:srgbClr val="013262"/>
              </a:buClr>
              <a:buSzPts val="700"/>
              <a:buNone/>
              <a:defRPr/>
            </a:lvl3pPr>
            <a:lvl4pPr lvl="3" algn="ctr" rtl="0">
              <a:lnSpc>
                <a:spcPct val="90000"/>
              </a:lnSpc>
              <a:spcBef>
                <a:spcPts val="900"/>
              </a:spcBef>
              <a:spcAft>
                <a:spcPts val="0"/>
              </a:spcAft>
              <a:buClr>
                <a:srgbClr val="013262"/>
              </a:buClr>
              <a:buSzPts val="700"/>
              <a:buNone/>
              <a:defRPr/>
            </a:lvl4pPr>
            <a:lvl5pPr lvl="4" algn="ctr" rtl="0">
              <a:lnSpc>
                <a:spcPct val="90000"/>
              </a:lnSpc>
              <a:spcBef>
                <a:spcPts val="900"/>
              </a:spcBef>
              <a:spcAft>
                <a:spcPts val="0"/>
              </a:spcAft>
              <a:buClr>
                <a:srgbClr val="013262"/>
              </a:buClr>
              <a:buSzPts val="700"/>
              <a:buNone/>
              <a:defRPr/>
            </a:lvl5pPr>
            <a:lvl6pPr lvl="5" algn="ctr" rtl="0">
              <a:lnSpc>
                <a:spcPct val="90000"/>
              </a:lnSpc>
              <a:spcBef>
                <a:spcPts val="900"/>
              </a:spcBef>
              <a:spcAft>
                <a:spcPts val="0"/>
              </a:spcAft>
              <a:buClr>
                <a:srgbClr val="013262"/>
              </a:buClr>
              <a:buSzPts val="700"/>
              <a:buNone/>
              <a:defRPr/>
            </a:lvl6pPr>
            <a:lvl7pPr lvl="6" algn="ctr" rtl="0">
              <a:lnSpc>
                <a:spcPct val="90000"/>
              </a:lnSpc>
              <a:spcBef>
                <a:spcPts val="900"/>
              </a:spcBef>
              <a:spcAft>
                <a:spcPts val="0"/>
              </a:spcAft>
              <a:buClr>
                <a:srgbClr val="013262"/>
              </a:buClr>
              <a:buSzPts val="700"/>
              <a:buNone/>
              <a:defRPr/>
            </a:lvl7pPr>
            <a:lvl8pPr lvl="7" algn="ctr" rtl="0">
              <a:lnSpc>
                <a:spcPct val="90000"/>
              </a:lnSpc>
              <a:spcBef>
                <a:spcPts val="900"/>
              </a:spcBef>
              <a:spcAft>
                <a:spcPts val="0"/>
              </a:spcAft>
              <a:buClr>
                <a:srgbClr val="013262"/>
              </a:buClr>
              <a:buSzPts val="700"/>
              <a:buNone/>
              <a:defRPr/>
            </a:lvl8pPr>
            <a:lvl9pPr lvl="8" algn="ctr" rtl="0">
              <a:lnSpc>
                <a:spcPct val="90000"/>
              </a:lnSpc>
              <a:spcBef>
                <a:spcPts val="900"/>
              </a:spcBef>
              <a:spcAft>
                <a:spcPts val="0"/>
              </a:spcAft>
              <a:buClr>
                <a:srgbClr val="013262"/>
              </a:buClr>
              <a:buSzPts val="700"/>
              <a:buNone/>
              <a:defRPr/>
            </a:lvl9pPr>
          </a:lstStyle>
          <a:p>
            <a:endParaRPr/>
          </a:p>
        </p:txBody>
      </p:sp>
      <p:sp>
        <p:nvSpPr>
          <p:cNvPr id="676" name="Google Shape;676;p127"/>
          <p:cNvSpPr txBox="1">
            <a:spLocks noGrp="1"/>
          </p:cNvSpPr>
          <p:nvPr>
            <p:ph type="sldNum" idx="12"/>
          </p:nvPr>
        </p:nvSpPr>
        <p:spPr>
          <a:xfrm>
            <a:off x="4491037" y="4881563"/>
            <a:ext cx="157200" cy="190500"/>
          </a:xfrm>
          <a:prstGeom prst="rect">
            <a:avLst/>
          </a:prstGeom>
          <a:noFill/>
          <a:ln>
            <a:noFill/>
          </a:ln>
        </p:spPr>
        <p:txBody>
          <a:bodyPr spcFirstLastPara="1" wrap="square" lIns="19050" tIns="19050" rIns="19050" bIns="19050" anchor="t" anchorCtr="0">
            <a:noAutofit/>
          </a:bodyPr>
          <a:lstStyle>
            <a:lvl1pPr marL="0" lvl="0"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1pPr>
            <a:lvl2pPr marL="0" lvl="1"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2pPr>
            <a:lvl3pPr marL="0" lvl="2"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3pPr>
            <a:lvl4pPr marL="0" lvl="3"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4pPr>
            <a:lvl5pPr marL="0" lvl="4"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5pPr>
            <a:lvl6pPr marL="0" lvl="5"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6pPr>
            <a:lvl7pPr marL="0" lvl="6"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7pPr>
            <a:lvl8pPr marL="0" lvl="7"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8pPr>
            <a:lvl9pPr marL="0" lvl="8" indent="0" algn="ctr" rtl="0">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9pPr>
          </a:lstStyle>
          <a:p>
            <a:pPr marL="0" lvl="0" indent="0" algn="ctr" rtl="0">
              <a:spcBef>
                <a:spcPts val="0"/>
              </a:spcBef>
              <a:spcAft>
                <a:spcPts val="0"/>
              </a:spcAft>
              <a:buNone/>
            </a:pPr>
            <a:fld id="{00000000-1234-1234-1234-123412341234}" type="slidenum">
              <a:rPr lang="en"/>
              <a:t>‹#›</a:t>
            </a:fld>
            <a:endParaRPr sz="1000">
              <a:solidFill>
                <a:schemeClr val="dk1"/>
              </a:solidFill>
              <a:latin typeface="Roboto"/>
              <a:ea typeface="Roboto"/>
              <a:cs typeface="Roboto"/>
              <a:sym typeface="Roboto"/>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677"/>
        <p:cNvGrpSpPr/>
        <p:nvPr/>
      </p:nvGrpSpPr>
      <p:grpSpPr>
        <a:xfrm>
          <a:off x="0" y="0"/>
          <a:ext cx="0" cy="0"/>
          <a:chOff x="0" y="0"/>
          <a:chExt cx="0" cy="0"/>
        </a:xfrm>
      </p:grpSpPr>
      <p:sp>
        <p:nvSpPr>
          <p:cNvPr id="678" name="Google Shape;678;p128"/>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28"/>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680" name="Google Shape;680;p128"/>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81" name="Google Shape;681;p128"/>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682" name="Google Shape;682;p1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683"/>
        <p:cNvGrpSpPr/>
        <p:nvPr/>
      </p:nvGrpSpPr>
      <p:grpSpPr>
        <a:xfrm>
          <a:off x="0" y="0"/>
          <a:ext cx="0" cy="0"/>
          <a:chOff x="0" y="0"/>
          <a:chExt cx="0" cy="0"/>
        </a:xfrm>
      </p:grpSpPr>
      <p:sp>
        <p:nvSpPr>
          <p:cNvPr id="684" name="Google Shape;684;p129"/>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86" name="Google Shape;686;p129"/>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687" name="Google Shape;687;p129"/>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688" name="Google Shape;688;p129"/>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689" name="Google Shape;689;p129"/>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690"/>
        <p:cNvGrpSpPr/>
        <p:nvPr/>
      </p:nvGrpSpPr>
      <p:grpSpPr>
        <a:xfrm>
          <a:off x="0" y="0"/>
          <a:ext cx="0" cy="0"/>
          <a:chOff x="0" y="0"/>
          <a:chExt cx="0" cy="0"/>
        </a:xfrm>
      </p:grpSpPr>
      <p:sp>
        <p:nvSpPr>
          <p:cNvPr id="691" name="Google Shape;691;p130"/>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93" name="Google Shape;693;p130"/>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694" name="Google Shape;694;p130"/>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695" name="Google Shape;695;p130"/>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6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96" name="Google Shape;696;p130"/>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697" name="Google Shape;697;p13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698"/>
        <p:cNvGrpSpPr/>
        <p:nvPr/>
      </p:nvGrpSpPr>
      <p:grpSpPr>
        <a:xfrm>
          <a:off x="0" y="0"/>
          <a:ext cx="0" cy="0"/>
          <a:chOff x="0" y="0"/>
          <a:chExt cx="0" cy="0"/>
        </a:xfrm>
      </p:grpSpPr>
      <p:sp>
        <p:nvSpPr>
          <p:cNvPr id="699" name="Google Shape;699;p13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00" name="Google Shape;700;p1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701"/>
        <p:cNvGrpSpPr/>
        <p:nvPr/>
      </p:nvGrpSpPr>
      <p:grpSpPr>
        <a:xfrm>
          <a:off x="0" y="0"/>
          <a:ext cx="0" cy="0"/>
          <a:chOff x="0" y="0"/>
          <a:chExt cx="0" cy="0"/>
        </a:xfrm>
      </p:grpSpPr>
      <p:sp>
        <p:nvSpPr>
          <p:cNvPr id="702" name="Google Shape;702;p132"/>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1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704" name="Google Shape;704;p132"/>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705" name="Google Shape;705;p132"/>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a:lvl1pPr>
            <a:lvl2pPr marL="914400" lvl="1" indent="-330200" rtl="0">
              <a:spcBef>
                <a:spcPts val="600"/>
              </a:spcBef>
              <a:spcAft>
                <a:spcPts val="0"/>
              </a:spcAft>
              <a:buSzPts val="1600"/>
              <a:buChar char="•"/>
              <a:defRPr/>
            </a:lvl2pPr>
            <a:lvl3pPr marL="1371600" lvl="2" indent="-330200" rtl="0">
              <a:spcBef>
                <a:spcPts val="600"/>
              </a:spcBef>
              <a:spcAft>
                <a:spcPts val="0"/>
              </a:spcAft>
              <a:buSzPts val="1600"/>
              <a:buChar char="•"/>
              <a:defRPr/>
            </a:lvl3pPr>
            <a:lvl4pPr marL="1828800" lvl="3" indent="-330200" rtl="0">
              <a:spcBef>
                <a:spcPts val="600"/>
              </a:spcBef>
              <a:spcAft>
                <a:spcPts val="0"/>
              </a:spcAft>
              <a:buSzPts val="1600"/>
              <a:buChar char="•"/>
              <a:defRPr/>
            </a:lvl4pPr>
            <a:lvl5pPr marL="2286000" lvl="4" indent="-330200" rtl="0">
              <a:spcBef>
                <a:spcPts val="600"/>
              </a:spcBef>
              <a:spcAft>
                <a:spcPts val="0"/>
              </a:spcAft>
              <a:buSzPts val="1600"/>
              <a:buChar char="•"/>
              <a:defRPr/>
            </a:lvl5pPr>
            <a:lvl6pPr marL="2743200" lvl="5" indent="-330200" rtl="0">
              <a:spcBef>
                <a:spcPts val="600"/>
              </a:spcBef>
              <a:spcAft>
                <a:spcPts val="0"/>
              </a:spcAft>
              <a:buSzPts val="1600"/>
              <a:buChar char="•"/>
              <a:defRPr/>
            </a:lvl6pPr>
            <a:lvl7pPr marL="3200400" lvl="6" indent="-330200" rtl="0">
              <a:spcBef>
                <a:spcPts val="600"/>
              </a:spcBef>
              <a:spcAft>
                <a:spcPts val="0"/>
              </a:spcAft>
              <a:buSzPts val="1600"/>
              <a:buChar char="•"/>
              <a:defRPr/>
            </a:lvl7pPr>
            <a:lvl8pPr marL="3657600" lvl="7" indent="-330200" rtl="0">
              <a:spcBef>
                <a:spcPts val="600"/>
              </a:spcBef>
              <a:spcAft>
                <a:spcPts val="0"/>
              </a:spcAft>
              <a:buSzPts val="1600"/>
              <a:buChar char="•"/>
              <a:defRPr/>
            </a:lvl8pPr>
            <a:lvl9pPr marL="4114800" lvl="8" indent="-330200" rtl="0">
              <a:spcBef>
                <a:spcPts val="600"/>
              </a:spcBef>
              <a:spcAft>
                <a:spcPts val="0"/>
              </a:spcAft>
              <a:buSzPts val="1600"/>
              <a:buChar char="•"/>
              <a:defRPr/>
            </a:lvl9pPr>
          </a:lstStyle>
          <a:p>
            <a:endParaRPr/>
          </a:p>
        </p:txBody>
      </p:sp>
      <p:sp>
        <p:nvSpPr>
          <p:cNvPr id="706" name="Google Shape;706;p132"/>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1_Section Header">
  <p:cSld name="SECTION_HEADER_1_1">
    <p:bg>
      <p:bgPr>
        <a:solidFill>
          <a:srgbClr val="4A86E8"/>
        </a:solidFill>
        <a:effectLst/>
      </p:bgPr>
    </p:bg>
    <p:spTree>
      <p:nvGrpSpPr>
        <p:cNvPr id="1" name="Shape 707"/>
        <p:cNvGrpSpPr/>
        <p:nvPr/>
      </p:nvGrpSpPr>
      <p:grpSpPr>
        <a:xfrm>
          <a:off x="0" y="0"/>
          <a:ext cx="0" cy="0"/>
          <a:chOff x="0" y="0"/>
          <a:chExt cx="0" cy="0"/>
        </a:xfrm>
      </p:grpSpPr>
      <p:sp>
        <p:nvSpPr>
          <p:cNvPr id="708" name="Google Shape;708;p133"/>
          <p:cNvSpPr txBox="1">
            <a:spLocks noGrp="1"/>
          </p:cNvSpPr>
          <p:nvPr>
            <p:ph type="title"/>
          </p:nvPr>
        </p:nvSpPr>
        <p:spPr>
          <a:xfrm>
            <a:off x="623888" y="1282305"/>
            <a:ext cx="7886700" cy="2139600"/>
          </a:xfrm>
          <a:prstGeom prst="rect">
            <a:avLst/>
          </a:prstGeom>
          <a:noFill/>
          <a:ln>
            <a:noFill/>
          </a:ln>
        </p:spPr>
        <p:txBody>
          <a:bodyPr spcFirstLastPara="1" wrap="square" lIns="68575" tIns="34275" rIns="68575" bIns="34275" anchor="b" anchorCtr="0">
            <a:noAutofit/>
          </a:bodyPr>
          <a:lstStyle>
            <a:lvl1pPr lvl="0" algn="l" rtl="0">
              <a:lnSpc>
                <a:spcPct val="90000"/>
              </a:lnSpc>
              <a:spcBef>
                <a:spcPts val="0"/>
              </a:spcBef>
              <a:spcAft>
                <a:spcPts val="0"/>
              </a:spcAft>
              <a:buClr>
                <a:schemeClr val="lt1"/>
              </a:buClr>
              <a:buSzPts val="4500"/>
              <a:buFont typeface="Century Gothic"/>
              <a:buNone/>
              <a:defRPr sz="45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09" name="Google Shape;709;p133"/>
          <p:cNvSpPr txBox="1">
            <a:spLocks noGrp="1"/>
          </p:cNvSpPr>
          <p:nvPr>
            <p:ph type="body" idx="1"/>
          </p:nvPr>
        </p:nvSpPr>
        <p:spPr>
          <a:xfrm>
            <a:off x="623888" y="3442098"/>
            <a:ext cx="7886700" cy="11253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1700"/>
              </a:spcBef>
              <a:spcAft>
                <a:spcPts val="0"/>
              </a:spcAft>
              <a:buClr>
                <a:schemeClr val="lt1"/>
              </a:buClr>
              <a:buSzPts val="1800"/>
              <a:buNone/>
              <a:defRPr sz="1800">
                <a:solidFill>
                  <a:schemeClr val="lt1"/>
                </a:solidFill>
              </a:defRPr>
            </a:lvl1pPr>
            <a:lvl2pPr marL="914400" lvl="1" indent="-228600" algn="l" rtl="0">
              <a:lnSpc>
                <a:spcPct val="90000"/>
              </a:lnSpc>
              <a:spcBef>
                <a:spcPts val="400"/>
              </a:spcBef>
              <a:spcAft>
                <a:spcPts val="0"/>
              </a:spcAft>
              <a:buClr>
                <a:srgbClr val="888888"/>
              </a:buClr>
              <a:buSzPts val="1500"/>
              <a:buNone/>
              <a:defRPr sz="1500">
                <a:solidFill>
                  <a:srgbClr val="888888"/>
                </a:solidFill>
              </a:defRPr>
            </a:lvl2pPr>
            <a:lvl3pPr marL="1371600" lvl="2" indent="-228600" algn="l" rtl="0">
              <a:lnSpc>
                <a:spcPct val="90000"/>
              </a:lnSpc>
              <a:spcBef>
                <a:spcPts val="400"/>
              </a:spcBef>
              <a:spcAft>
                <a:spcPts val="0"/>
              </a:spcAft>
              <a:buClr>
                <a:srgbClr val="888888"/>
              </a:buClr>
              <a:buSzPts val="1400"/>
              <a:buNone/>
              <a:defRPr sz="1400">
                <a:solidFill>
                  <a:srgbClr val="888888"/>
                </a:solidFill>
              </a:defRPr>
            </a:lvl3pPr>
            <a:lvl4pPr marL="1828800" lvl="3" indent="-228600" algn="l" rtl="0">
              <a:lnSpc>
                <a:spcPct val="90000"/>
              </a:lnSpc>
              <a:spcBef>
                <a:spcPts val="400"/>
              </a:spcBef>
              <a:spcAft>
                <a:spcPts val="0"/>
              </a:spcAft>
              <a:buClr>
                <a:srgbClr val="888888"/>
              </a:buClr>
              <a:buSzPts val="1200"/>
              <a:buNone/>
              <a:defRPr sz="1200">
                <a:solidFill>
                  <a:srgbClr val="888888"/>
                </a:solidFill>
              </a:defRPr>
            </a:lvl4pPr>
            <a:lvl5pPr marL="2286000" lvl="4" indent="-228600" algn="l" rtl="0">
              <a:lnSpc>
                <a:spcPct val="90000"/>
              </a:lnSpc>
              <a:spcBef>
                <a:spcPts val="400"/>
              </a:spcBef>
              <a:spcAft>
                <a:spcPts val="0"/>
              </a:spcAft>
              <a:buClr>
                <a:srgbClr val="888888"/>
              </a:buClr>
              <a:buSzPts val="1200"/>
              <a:buNone/>
              <a:defRPr sz="1200">
                <a:solidFill>
                  <a:srgbClr val="888888"/>
                </a:solidFill>
              </a:defRPr>
            </a:lvl5pPr>
            <a:lvl6pPr marL="2743200" lvl="5" indent="-228600" algn="l" rtl="0">
              <a:lnSpc>
                <a:spcPct val="90000"/>
              </a:lnSpc>
              <a:spcBef>
                <a:spcPts val="400"/>
              </a:spcBef>
              <a:spcAft>
                <a:spcPts val="0"/>
              </a:spcAft>
              <a:buClr>
                <a:srgbClr val="888888"/>
              </a:buClr>
              <a:buSzPts val="1200"/>
              <a:buNone/>
              <a:defRPr sz="1200">
                <a:solidFill>
                  <a:srgbClr val="888888"/>
                </a:solidFill>
              </a:defRPr>
            </a:lvl6pPr>
            <a:lvl7pPr marL="3200400" lvl="6" indent="-228600" algn="l" rtl="0">
              <a:lnSpc>
                <a:spcPct val="90000"/>
              </a:lnSpc>
              <a:spcBef>
                <a:spcPts val="400"/>
              </a:spcBef>
              <a:spcAft>
                <a:spcPts val="0"/>
              </a:spcAft>
              <a:buClr>
                <a:srgbClr val="888888"/>
              </a:buClr>
              <a:buSzPts val="1200"/>
              <a:buNone/>
              <a:defRPr sz="1200">
                <a:solidFill>
                  <a:srgbClr val="888888"/>
                </a:solidFill>
              </a:defRPr>
            </a:lvl7pPr>
            <a:lvl8pPr marL="3657600" lvl="7" indent="-228600" algn="l" rtl="0">
              <a:lnSpc>
                <a:spcPct val="90000"/>
              </a:lnSpc>
              <a:spcBef>
                <a:spcPts val="400"/>
              </a:spcBef>
              <a:spcAft>
                <a:spcPts val="0"/>
              </a:spcAft>
              <a:buClr>
                <a:srgbClr val="888888"/>
              </a:buClr>
              <a:buSzPts val="1200"/>
              <a:buNone/>
              <a:defRPr sz="1200">
                <a:solidFill>
                  <a:srgbClr val="888888"/>
                </a:solidFill>
              </a:defRPr>
            </a:lvl8pPr>
            <a:lvl9pPr marL="4114800" lvl="8" indent="-228600" algn="l" rtl="0">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710" name="Google Shape;710;p13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solidFill>
                  <a:schemeClr val="lt1"/>
                </a:solidFill>
              </a:defRPr>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711" name="Google Shape;711;p13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solidFill>
                  <a:schemeClr val="lt1"/>
                </a:solidFill>
              </a:defRPr>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712" name="Google Shape;712;p133"/>
          <p:cNvSpPr txBox="1">
            <a:spLocks noGrp="1"/>
          </p:cNvSpPr>
          <p:nvPr>
            <p:ph type="sldNum" idx="12"/>
          </p:nvPr>
        </p:nvSpPr>
        <p:spPr>
          <a:xfrm>
            <a:off x="-19050" y="4767263"/>
            <a:ext cx="2057400" cy="273900"/>
          </a:xfrm>
          <a:prstGeom prst="rect">
            <a:avLst/>
          </a:prstGeom>
          <a:noFill/>
          <a:ln>
            <a:noFill/>
          </a:ln>
        </p:spPr>
        <p:txBody>
          <a:bodyPr spcFirstLastPara="1" wrap="square" lIns="68575" tIns="34275" rIns="68575" bIns="34275" anchor="ctr" anchorCtr="0">
            <a:noAutofit/>
          </a:bodyPr>
          <a:lstStyle>
            <a:lvl1pPr marL="0" lvl="0" indent="0" algn="l" rtl="0">
              <a:spcBef>
                <a:spcPts val="0"/>
              </a:spcBef>
              <a:buNone/>
              <a:defRPr sz="900">
                <a:solidFill>
                  <a:schemeClr val="lt1"/>
                </a:solidFill>
                <a:latin typeface="Helvetica Neue"/>
                <a:ea typeface="Helvetica Neue"/>
                <a:cs typeface="Helvetica Neue"/>
                <a:sym typeface="Helvetica Neue"/>
              </a:defRPr>
            </a:lvl1pPr>
            <a:lvl2pPr marL="0" lvl="1" indent="0" algn="l" rtl="0">
              <a:spcBef>
                <a:spcPts val="0"/>
              </a:spcBef>
              <a:buNone/>
              <a:defRPr sz="900">
                <a:solidFill>
                  <a:schemeClr val="lt1"/>
                </a:solidFill>
                <a:latin typeface="Helvetica Neue"/>
                <a:ea typeface="Helvetica Neue"/>
                <a:cs typeface="Helvetica Neue"/>
                <a:sym typeface="Helvetica Neue"/>
              </a:defRPr>
            </a:lvl2pPr>
            <a:lvl3pPr marL="0" lvl="2" indent="0" algn="l" rtl="0">
              <a:spcBef>
                <a:spcPts val="0"/>
              </a:spcBef>
              <a:buNone/>
              <a:defRPr sz="900">
                <a:solidFill>
                  <a:schemeClr val="lt1"/>
                </a:solidFill>
                <a:latin typeface="Helvetica Neue"/>
                <a:ea typeface="Helvetica Neue"/>
                <a:cs typeface="Helvetica Neue"/>
                <a:sym typeface="Helvetica Neue"/>
              </a:defRPr>
            </a:lvl3pPr>
            <a:lvl4pPr marL="0" lvl="3" indent="0" algn="l" rtl="0">
              <a:spcBef>
                <a:spcPts val="0"/>
              </a:spcBef>
              <a:buNone/>
              <a:defRPr sz="900">
                <a:solidFill>
                  <a:schemeClr val="lt1"/>
                </a:solidFill>
                <a:latin typeface="Helvetica Neue"/>
                <a:ea typeface="Helvetica Neue"/>
                <a:cs typeface="Helvetica Neue"/>
                <a:sym typeface="Helvetica Neue"/>
              </a:defRPr>
            </a:lvl4pPr>
            <a:lvl5pPr marL="0" lvl="4" indent="0" algn="l" rtl="0">
              <a:spcBef>
                <a:spcPts val="0"/>
              </a:spcBef>
              <a:buNone/>
              <a:defRPr sz="900">
                <a:solidFill>
                  <a:schemeClr val="lt1"/>
                </a:solidFill>
                <a:latin typeface="Helvetica Neue"/>
                <a:ea typeface="Helvetica Neue"/>
                <a:cs typeface="Helvetica Neue"/>
                <a:sym typeface="Helvetica Neue"/>
              </a:defRPr>
            </a:lvl5pPr>
            <a:lvl6pPr marL="0" lvl="5" indent="0" algn="l" rtl="0">
              <a:spcBef>
                <a:spcPts val="0"/>
              </a:spcBef>
              <a:buNone/>
              <a:defRPr sz="900">
                <a:solidFill>
                  <a:schemeClr val="lt1"/>
                </a:solidFill>
                <a:latin typeface="Helvetica Neue"/>
                <a:ea typeface="Helvetica Neue"/>
                <a:cs typeface="Helvetica Neue"/>
                <a:sym typeface="Helvetica Neue"/>
              </a:defRPr>
            </a:lvl6pPr>
            <a:lvl7pPr marL="0" lvl="6" indent="0" algn="l" rtl="0">
              <a:spcBef>
                <a:spcPts val="0"/>
              </a:spcBef>
              <a:buNone/>
              <a:defRPr sz="900">
                <a:solidFill>
                  <a:schemeClr val="lt1"/>
                </a:solidFill>
                <a:latin typeface="Helvetica Neue"/>
                <a:ea typeface="Helvetica Neue"/>
                <a:cs typeface="Helvetica Neue"/>
                <a:sym typeface="Helvetica Neue"/>
              </a:defRPr>
            </a:lvl7pPr>
            <a:lvl8pPr marL="0" lvl="7" indent="0" algn="l" rtl="0">
              <a:spcBef>
                <a:spcPts val="0"/>
              </a:spcBef>
              <a:buNone/>
              <a:defRPr sz="900">
                <a:solidFill>
                  <a:schemeClr val="lt1"/>
                </a:solidFill>
                <a:latin typeface="Helvetica Neue"/>
                <a:ea typeface="Helvetica Neue"/>
                <a:cs typeface="Helvetica Neue"/>
                <a:sym typeface="Helvetica Neue"/>
              </a:defRPr>
            </a:lvl8pPr>
            <a:lvl9pPr marL="0" lvl="8" indent="0" algn="l" rtl="0">
              <a:spcBef>
                <a:spcPts val="0"/>
              </a:spcBef>
              <a:buNone/>
              <a:defRPr sz="900">
                <a:solidFill>
                  <a:schemeClr val="lt1"/>
                </a:solidFill>
                <a:latin typeface="Helvetica Neue"/>
                <a:ea typeface="Helvetica Neue"/>
                <a:cs typeface="Helvetica Neue"/>
                <a:sym typeface="Helvetica Neu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18"/>
        <p:cNvGrpSpPr/>
        <p:nvPr/>
      </p:nvGrpSpPr>
      <p:grpSpPr>
        <a:xfrm>
          <a:off x="0" y="0"/>
          <a:ext cx="0" cy="0"/>
          <a:chOff x="0" y="0"/>
          <a:chExt cx="0" cy="0"/>
        </a:xfrm>
      </p:grpSpPr>
      <p:sp>
        <p:nvSpPr>
          <p:cNvPr id="719" name="Google Shape;719;p13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spcBef>
                <a:spcPts val="0"/>
              </a:spcBef>
              <a:spcAft>
                <a:spcPts val="0"/>
              </a:spcAft>
              <a:buSzPts val="4400"/>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a:endParaRPr/>
          </a:p>
        </p:txBody>
      </p:sp>
      <p:sp>
        <p:nvSpPr>
          <p:cNvPr id="720" name="Google Shape;720;p135"/>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
        <p:nvSpPr>
          <p:cNvPr id="721" name="Google Shape;721;p1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2"/>
        <p:cNvGrpSpPr/>
        <p:nvPr/>
      </p:nvGrpSpPr>
      <p:grpSpPr>
        <a:xfrm>
          <a:off x="0" y="0"/>
          <a:ext cx="0" cy="0"/>
          <a:chOff x="0" y="0"/>
          <a:chExt cx="0" cy="0"/>
        </a:xfrm>
      </p:grpSpPr>
      <p:sp>
        <p:nvSpPr>
          <p:cNvPr id="723" name="Google Shape;723;p13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724" name="Google Shape;724;p1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725" name="Google Shape;725;p136"/>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26"/>
        <p:cNvGrpSpPr/>
        <p:nvPr/>
      </p:nvGrpSpPr>
      <p:grpSpPr>
        <a:xfrm>
          <a:off x="0" y="0"/>
          <a:ext cx="0" cy="0"/>
          <a:chOff x="0" y="0"/>
          <a:chExt cx="0" cy="0"/>
        </a:xfrm>
      </p:grpSpPr>
      <p:sp>
        <p:nvSpPr>
          <p:cNvPr id="727" name="Google Shape;727;p13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b="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28" name="Google Shape;728;p13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lvl1pPr marL="457200" lvl="0" indent="-33020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729" name="Google Shape;729;p1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730" name="Google Shape;730;p137"/>
          <p:cNvCxnSpPr/>
          <p:nvPr/>
        </p:nvCxnSpPr>
        <p:spPr>
          <a:xfrm rot="10800000" flipH="1">
            <a:off x="95431" y="401610"/>
            <a:ext cx="8393400" cy="60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731"/>
        <p:cNvGrpSpPr/>
        <p:nvPr/>
      </p:nvGrpSpPr>
      <p:grpSpPr>
        <a:xfrm>
          <a:off x="0" y="0"/>
          <a:ext cx="0" cy="0"/>
          <a:chOff x="0" y="0"/>
          <a:chExt cx="0" cy="0"/>
        </a:xfrm>
      </p:grpSpPr>
      <p:sp>
        <p:nvSpPr>
          <p:cNvPr id="732" name="Google Shape;732;p138"/>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734" name="Google Shape;734;p13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3020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735" name="Google Shape;735;p13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36" name="Google Shape;736;p13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cxnSp>
        <p:nvCxnSpPr>
          <p:cNvPr id="737" name="Google Shape;737;p138"/>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738" name="Google Shape;738;p13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a:lnSpc>
                <a:spcPct val="100000"/>
              </a:lnSpc>
              <a:spcBef>
                <a:spcPts val="600"/>
              </a:spcBef>
              <a:spcAft>
                <a:spcPts val="0"/>
              </a:spcAft>
              <a:buSzPts val="1600"/>
              <a:buNone/>
              <a:defRPr/>
            </a:lvl1pPr>
            <a:lvl2pPr lvl="1">
              <a:lnSpc>
                <a:spcPct val="100000"/>
              </a:lnSpc>
              <a:spcBef>
                <a:spcPts val="600"/>
              </a:spcBef>
              <a:spcAft>
                <a:spcPts val="0"/>
              </a:spcAft>
              <a:buSzPts val="2100"/>
              <a:buNone/>
              <a:defRPr sz="2100"/>
            </a:lvl2pPr>
            <a:lvl3pPr lvl="2">
              <a:lnSpc>
                <a:spcPct val="100000"/>
              </a:lnSpc>
              <a:spcBef>
                <a:spcPts val="600"/>
              </a:spcBef>
              <a:spcAft>
                <a:spcPts val="0"/>
              </a:spcAft>
              <a:buSzPts val="2100"/>
              <a:buNone/>
              <a:defRPr sz="2100"/>
            </a:lvl3pPr>
            <a:lvl4pPr lvl="3">
              <a:lnSpc>
                <a:spcPct val="100000"/>
              </a:lnSpc>
              <a:spcBef>
                <a:spcPts val="600"/>
              </a:spcBef>
              <a:spcAft>
                <a:spcPts val="0"/>
              </a:spcAft>
              <a:buSzPts val="2100"/>
              <a:buNone/>
              <a:defRPr sz="2100"/>
            </a:lvl4pPr>
            <a:lvl5pPr lvl="4">
              <a:lnSpc>
                <a:spcPct val="100000"/>
              </a:lnSpc>
              <a:spcBef>
                <a:spcPts val="600"/>
              </a:spcBef>
              <a:spcAft>
                <a:spcPts val="0"/>
              </a:spcAft>
              <a:buSzPts val="2100"/>
              <a:buNone/>
              <a:defRPr sz="2100"/>
            </a:lvl5pPr>
            <a:lvl6pPr lvl="5">
              <a:lnSpc>
                <a:spcPct val="100000"/>
              </a:lnSpc>
              <a:spcBef>
                <a:spcPts val="600"/>
              </a:spcBef>
              <a:spcAft>
                <a:spcPts val="0"/>
              </a:spcAft>
              <a:buSzPts val="2100"/>
              <a:buNone/>
              <a:defRPr sz="2100"/>
            </a:lvl6pPr>
            <a:lvl7pPr lvl="6">
              <a:lnSpc>
                <a:spcPct val="100000"/>
              </a:lnSpc>
              <a:spcBef>
                <a:spcPts val="600"/>
              </a:spcBef>
              <a:spcAft>
                <a:spcPts val="0"/>
              </a:spcAft>
              <a:buSzPts val="2100"/>
              <a:buNone/>
              <a:defRPr sz="2100"/>
            </a:lvl7pPr>
            <a:lvl8pPr lvl="7">
              <a:lnSpc>
                <a:spcPct val="100000"/>
              </a:lnSpc>
              <a:spcBef>
                <a:spcPts val="600"/>
              </a:spcBef>
              <a:spcAft>
                <a:spcPts val="0"/>
              </a:spcAft>
              <a:buSzPts val="2100"/>
              <a:buNone/>
              <a:defRPr sz="2100"/>
            </a:lvl8pPr>
            <a:lvl9pPr lvl="8">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739"/>
        <p:cNvGrpSpPr/>
        <p:nvPr/>
      </p:nvGrpSpPr>
      <p:grpSpPr>
        <a:xfrm>
          <a:off x="0" y="0"/>
          <a:ext cx="0" cy="0"/>
          <a:chOff x="0" y="0"/>
          <a:chExt cx="0" cy="0"/>
        </a:xfrm>
      </p:grpSpPr>
      <p:sp>
        <p:nvSpPr>
          <p:cNvPr id="740" name="Google Shape;740;p13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39"/>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a:lnSpc>
                <a:spcPct val="100000"/>
              </a:lnSpc>
              <a:spcBef>
                <a:spcPts val="600"/>
              </a:spcBef>
              <a:spcAft>
                <a:spcPts val="0"/>
              </a:spcAft>
              <a:buSzPts val="16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742" name="Google Shape;742;p1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743" name="Google Shape;743;p139"/>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744" name="Google Shape;744;p139"/>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3020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745" name="Google Shape;745;p13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cxnSp>
        <p:nvCxnSpPr>
          <p:cNvPr id="746" name="Google Shape;746;p139"/>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747" name="Google Shape;747;p139"/>
          <p:cNvPicPr preferRelativeResize="0"/>
          <p:nvPr/>
        </p:nvPicPr>
        <p:blipFill>
          <a:blip r:embed="rId2">
            <a:alphaModFix/>
          </a:blip>
          <a:stretch>
            <a:fillRect/>
          </a:stretch>
        </p:blipFill>
        <p:spPr>
          <a:xfrm>
            <a:off x="8472450" y="0"/>
            <a:ext cx="658375" cy="658375"/>
          </a:xfrm>
          <a:prstGeom prst="rect">
            <a:avLst/>
          </a:prstGeom>
          <a:noFill/>
          <a:ln>
            <a:noFill/>
          </a:ln>
        </p:spPr>
      </p:pic>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748"/>
        <p:cNvGrpSpPr/>
        <p:nvPr/>
      </p:nvGrpSpPr>
      <p:grpSpPr>
        <a:xfrm>
          <a:off x="0" y="0"/>
          <a:ext cx="0" cy="0"/>
          <a:chOff x="0" y="0"/>
          <a:chExt cx="0" cy="0"/>
        </a:xfrm>
      </p:grpSpPr>
      <p:sp>
        <p:nvSpPr>
          <p:cNvPr id="749" name="Google Shape;749;p140"/>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40"/>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a:lnSpc>
                <a:spcPct val="100000"/>
              </a:lnSpc>
              <a:spcBef>
                <a:spcPts val="600"/>
              </a:spcBef>
              <a:spcAft>
                <a:spcPts val="0"/>
              </a:spcAft>
              <a:buSzPts val="16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751" name="Google Shape;751;p140"/>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752" name="Google Shape;752;p140"/>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3020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753" name="Google Shape;753;p140"/>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cxnSp>
        <p:nvCxnSpPr>
          <p:cNvPr id="754" name="Google Shape;754;p140"/>
          <p:cNvCxnSpPr/>
          <p:nvPr/>
        </p:nvCxnSpPr>
        <p:spPr>
          <a:xfrm>
            <a:off x="4667431" y="402210"/>
            <a:ext cx="3796800" cy="7500"/>
          </a:xfrm>
          <a:prstGeom prst="straightConnector1">
            <a:avLst/>
          </a:prstGeom>
          <a:noFill/>
          <a:ln w="19050" cap="flat" cmpd="sng">
            <a:solidFill>
              <a:srgbClr val="BF9000"/>
            </a:solidFill>
            <a:prstDash val="solid"/>
            <a:round/>
            <a:headEnd type="none" w="med" len="med"/>
            <a:tailEnd type="none" w="med" len="med"/>
          </a:ln>
        </p:spPr>
      </p:cxnSp>
      <p:pic>
        <p:nvPicPr>
          <p:cNvPr id="755" name="Google Shape;755;p14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56" name="Google Shape;756;p1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57"/>
        <p:cNvGrpSpPr/>
        <p:nvPr/>
      </p:nvGrpSpPr>
      <p:grpSpPr>
        <a:xfrm>
          <a:off x="0" y="0"/>
          <a:ext cx="0" cy="0"/>
          <a:chOff x="0" y="0"/>
          <a:chExt cx="0" cy="0"/>
        </a:xfrm>
      </p:grpSpPr>
      <p:sp>
        <p:nvSpPr>
          <p:cNvPr id="758" name="Google Shape;758;p14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59" name="Google Shape;759;p141"/>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3020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
        <p:nvSpPr>
          <p:cNvPr id="760" name="Google Shape;760;p1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761" name="Google Shape;761;p141"/>
          <p:cNvCxnSpPr/>
          <p:nvPr/>
        </p:nvCxnSpPr>
        <p:spPr>
          <a:xfrm rot="10800000" flipH="1">
            <a:off x="95431" y="401610"/>
            <a:ext cx="8401500" cy="600"/>
          </a:xfrm>
          <a:prstGeom prst="straightConnector1">
            <a:avLst/>
          </a:prstGeom>
          <a:noFill/>
          <a:ln w="19050" cap="flat" cmpd="sng">
            <a:solidFill>
              <a:srgbClr val="BF9000"/>
            </a:solidFill>
            <a:prstDash val="solid"/>
            <a:round/>
            <a:headEnd type="none" w="med" len="med"/>
            <a:tailEnd type="none" w="med" len="med"/>
          </a:ln>
        </p:spPr>
      </p:cxnSp>
      <p:sp>
        <p:nvSpPr>
          <p:cNvPr id="762" name="Google Shape;762;p141"/>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3020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3"/>
        <p:cNvGrpSpPr/>
        <p:nvPr/>
      </p:nvGrpSpPr>
      <p:grpSpPr>
        <a:xfrm>
          <a:off x="0" y="0"/>
          <a:ext cx="0" cy="0"/>
          <a:chOff x="0" y="0"/>
          <a:chExt cx="0" cy="0"/>
        </a:xfrm>
      </p:grpSpPr>
      <p:sp>
        <p:nvSpPr>
          <p:cNvPr id="764" name="Google Shape;764;p14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65" name="Google Shape;765;p1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766" name="Google Shape;766;p142"/>
          <p:cNvCxnSpPr/>
          <p:nvPr/>
        </p:nvCxnSpPr>
        <p:spPr>
          <a:xfrm rot="10800000" flipH="1">
            <a:off x="95431" y="385410"/>
            <a:ext cx="8352600" cy="1680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67"/>
        <p:cNvGrpSpPr/>
        <p:nvPr/>
      </p:nvGrpSpPr>
      <p:grpSpPr>
        <a:xfrm>
          <a:off x="0" y="0"/>
          <a:ext cx="0" cy="0"/>
          <a:chOff x="0" y="0"/>
          <a:chExt cx="0" cy="0"/>
        </a:xfrm>
      </p:grpSpPr>
      <p:sp>
        <p:nvSpPr>
          <p:cNvPr id="768" name="Google Shape;768;p14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769" name="Google Shape;769;p1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770"/>
        <p:cNvGrpSpPr/>
        <p:nvPr/>
      </p:nvGrpSpPr>
      <p:grpSpPr>
        <a:xfrm>
          <a:off x="0" y="0"/>
          <a:ext cx="0" cy="0"/>
          <a:chOff x="0" y="0"/>
          <a:chExt cx="0" cy="0"/>
        </a:xfrm>
      </p:grpSpPr>
      <p:sp>
        <p:nvSpPr>
          <p:cNvPr id="771" name="Google Shape;771;p14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14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16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773" name="Google Shape;773;p14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600"/>
              </a:spcBef>
              <a:spcAft>
                <a:spcPts val="0"/>
              </a:spcAft>
              <a:buSzPts val="16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774" name="Google Shape;774;p1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775" name="Google Shape;775;p144"/>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30200">
              <a:spcBef>
                <a:spcPts val="600"/>
              </a:spcBef>
              <a:spcAft>
                <a:spcPts val="0"/>
              </a:spcAft>
              <a:buSzPts val="1600"/>
              <a:buFont typeface="Roboto Light"/>
              <a:buChar char="•"/>
              <a:defRPr>
                <a:latin typeface="Roboto Light"/>
                <a:ea typeface="Roboto Light"/>
                <a:cs typeface="Roboto Light"/>
                <a:sym typeface="Roboto Light"/>
              </a:defRPr>
            </a:lvl1pPr>
            <a:lvl2pPr marL="914400" lvl="1" indent="-330200">
              <a:spcBef>
                <a:spcPts val="600"/>
              </a:spcBef>
              <a:spcAft>
                <a:spcPts val="0"/>
              </a:spcAft>
              <a:buSzPts val="1600"/>
              <a:buFont typeface="Roboto Light"/>
              <a:buChar char="•"/>
              <a:defRPr>
                <a:latin typeface="Roboto Light"/>
                <a:ea typeface="Roboto Light"/>
                <a:cs typeface="Roboto Light"/>
                <a:sym typeface="Roboto Light"/>
              </a:defRPr>
            </a:lvl2pPr>
            <a:lvl3pPr marL="1371600" lvl="2" indent="-330200">
              <a:spcBef>
                <a:spcPts val="600"/>
              </a:spcBef>
              <a:spcAft>
                <a:spcPts val="0"/>
              </a:spcAft>
              <a:buSzPts val="1600"/>
              <a:buFont typeface="Roboto Light"/>
              <a:buChar char="•"/>
              <a:defRPr>
                <a:latin typeface="Roboto Light"/>
                <a:ea typeface="Roboto Light"/>
                <a:cs typeface="Roboto Light"/>
                <a:sym typeface="Roboto Light"/>
              </a:defRPr>
            </a:lvl3pPr>
            <a:lvl4pPr marL="1828800" lvl="3" indent="-330200">
              <a:spcBef>
                <a:spcPts val="600"/>
              </a:spcBef>
              <a:spcAft>
                <a:spcPts val="0"/>
              </a:spcAft>
              <a:buSzPts val="1600"/>
              <a:buFont typeface="Roboto Light"/>
              <a:buChar char="•"/>
              <a:defRPr>
                <a:latin typeface="Roboto Light"/>
                <a:ea typeface="Roboto Light"/>
                <a:cs typeface="Roboto Light"/>
                <a:sym typeface="Roboto Light"/>
              </a:defRPr>
            </a:lvl4pPr>
            <a:lvl5pPr marL="2286000" lvl="4" indent="-330200">
              <a:spcBef>
                <a:spcPts val="600"/>
              </a:spcBef>
              <a:spcAft>
                <a:spcPts val="0"/>
              </a:spcAft>
              <a:buSzPts val="1600"/>
              <a:buFont typeface="Roboto Light"/>
              <a:buChar char="•"/>
              <a:defRPr>
                <a:latin typeface="Roboto Light"/>
                <a:ea typeface="Roboto Light"/>
                <a:cs typeface="Roboto Light"/>
                <a:sym typeface="Roboto Light"/>
              </a:defRPr>
            </a:lvl5pPr>
            <a:lvl6pPr marL="2743200" lvl="5" indent="-330200">
              <a:spcBef>
                <a:spcPts val="600"/>
              </a:spcBef>
              <a:spcAft>
                <a:spcPts val="0"/>
              </a:spcAft>
              <a:buSzPts val="1600"/>
              <a:buFont typeface="Roboto Light"/>
              <a:buChar char="•"/>
              <a:defRPr>
                <a:latin typeface="Roboto Light"/>
                <a:ea typeface="Roboto Light"/>
                <a:cs typeface="Roboto Light"/>
                <a:sym typeface="Roboto Light"/>
              </a:defRPr>
            </a:lvl6pPr>
            <a:lvl7pPr marL="3200400" lvl="6" indent="-330200">
              <a:spcBef>
                <a:spcPts val="600"/>
              </a:spcBef>
              <a:spcAft>
                <a:spcPts val="0"/>
              </a:spcAft>
              <a:buSzPts val="1600"/>
              <a:buFont typeface="Roboto Light"/>
              <a:buChar char="•"/>
              <a:defRPr>
                <a:latin typeface="Roboto Light"/>
                <a:ea typeface="Roboto Light"/>
                <a:cs typeface="Roboto Light"/>
                <a:sym typeface="Roboto Light"/>
              </a:defRPr>
            </a:lvl7pPr>
            <a:lvl8pPr marL="3657600" lvl="7" indent="-330200">
              <a:spcBef>
                <a:spcPts val="600"/>
              </a:spcBef>
              <a:spcAft>
                <a:spcPts val="0"/>
              </a:spcAft>
              <a:buSzPts val="1600"/>
              <a:buFont typeface="Roboto Light"/>
              <a:buChar char="•"/>
              <a:defRPr>
                <a:latin typeface="Roboto Light"/>
                <a:ea typeface="Roboto Light"/>
                <a:cs typeface="Roboto Light"/>
                <a:sym typeface="Roboto Light"/>
              </a:defRPr>
            </a:lvl8pPr>
            <a:lvl9pPr marL="4114800" lvl="8" indent="-330200">
              <a:spcBef>
                <a:spcPts val="6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776" name="Google Shape;776;p144"/>
          <p:cNvPicPr preferRelativeResize="0"/>
          <p:nvPr/>
        </p:nvPicPr>
        <p:blipFill>
          <a:blip r:embed="rId2">
            <a:alphaModFix/>
          </a:blip>
          <a:stretch>
            <a:fillRect/>
          </a:stretch>
        </p:blipFill>
        <p:spPr>
          <a:xfrm>
            <a:off x="8472450" y="0"/>
            <a:ext cx="658375" cy="658375"/>
          </a:xfrm>
          <a:prstGeom prst="rect">
            <a:avLst/>
          </a:prstGeom>
          <a:noFill/>
          <a:ln>
            <a:noFill/>
          </a:ln>
        </p:spPr>
      </p:pic>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7"/>
        <p:cNvGrpSpPr/>
        <p:nvPr/>
      </p:nvGrpSpPr>
      <p:grpSpPr>
        <a:xfrm>
          <a:off x="0" y="0"/>
          <a:ext cx="0" cy="0"/>
          <a:chOff x="0" y="0"/>
          <a:chExt cx="0" cy="0"/>
        </a:xfrm>
      </p:grpSpPr>
      <p:sp>
        <p:nvSpPr>
          <p:cNvPr id="778" name="Google Shape;778;p1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779" name="Google Shape;779;p145"/>
          <p:cNvSpPr txBox="1">
            <a:spLocks noGrp="1"/>
          </p:cNvSpPr>
          <p:nvPr>
            <p:ph type="title"/>
          </p:nvPr>
        </p:nvSpPr>
        <p:spPr>
          <a:xfrm>
            <a:off x="95425" y="4382350"/>
            <a:ext cx="8425200" cy="572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cxnSp>
        <p:nvCxnSpPr>
          <p:cNvPr id="780" name="Google Shape;780;p145"/>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81"/>
        <p:cNvGrpSpPr/>
        <p:nvPr/>
      </p:nvGrpSpPr>
      <p:grpSpPr>
        <a:xfrm>
          <a:off x="0" y="0"/>
          <a:ext cx="0" cy="0"/>
          <a:chOff x="0" y="0"/>
          <a:chExt cx="0" cy="0"/>
        </a:xfrm>
      </p:grpSpPr>
      <p:sp>
        <p:nvSpPr>
          <p:cNvPr id="782" name="Google Shape;782;p1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783"/>
        <p:cNvGrpSpPr/>
        <p:nvPr/>
      </p:nvGrpSpPr>
      <p:grpSpPr>
        <a:xfrm>
          <a:off x="0" y="0"/>
          <a:ext cx="0" cy="0"/>
          <a:chOff x="0" y="0"/>
          <a:chExt cx="0" cy="0"/>
        </a:xfrm>
      </p:grpSpPr>
      <p:sp>
        <p:nvSpPr>
          <p:cNvPr id="784" name="Google Shape;784;p1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Title - Top">
  <p:cSld name="TITLE_AND_BODY_1">
    <p:spTree>
      <p:nvGrpSpPr>
        <p:cNvPr id="1" name="Shape 785"/>
        <p:cNvGrpSpPr/>
        <p:nvPr/>
      </p:nvGrpSpPr>
      <p:grpSpPr>
        <a:xfrm>
          <a:off x="0" y="0"/>
          <a:ext cx="0" cy="0"/>
          <a:chOff x="0" y="0"/>
          <a:chExt cx="0" cy="0"/>
        </a:xfrm>
      </p:grpSpPr>
      <p:sp>
        <p:nvSpPr>
          <p:cNvPr id="786" name="Google Shape;786;p148"/>
          <p:cNvSpPr txBox="1">
            <a:spLocks noGrp="1"/>
          </p:cNvSpPr>
          <p:nvPr>
            <p:ph type="title"/>
          </p:nvPr>
        </p:nvSpPr>
        <p:spPr>
          <a:xfrm>
            <a:off x="357188" y="198377"/>
            <a:ext cx="8429700" cy="624000"/>
          </a:xfrm>
          <a:prstGeom prst="rect">
            <a:avLst/>
          </a:prstGeom>
          <a:noFill/>
          <a:ln>
            <a:noFill/>
          </a:ln>
        </p:spPr>
        <p:txBody>
          <a:bodyPr spcFirstLastPara="1" wrap="square" lIns="19050" tIns="19050" rIns="19050" bIns="19050" anchor="ctr" anchorCtr="0">
            <a:noAutofit/>
          </a:bodyPr>
          <a:lstStyle>
            <a:lvl1pPr lvl="0" algn="ctr">
              <a:lnSpc>
                <a:spcPct val="90000"/>
              </a:lnSpc>
              <a:spcBef>
                <a:spcPts val="900"/>
              </a:spcBef>
              <a:spcAft>
                <a:spcPts val="0"/>
              </a:spcAft>
              <a:buClr>
                <a:srgbClr val="013262"/>
              </a:buClr>
              <a:buSzPts val="700"/>
              <a:buNone/>
              <a:defRPr/>
            </a:lvl1pPr>
            <a:lvl2pPr lvl="1" algn="ctr">
              <a:lnSpc>
                <a:spcPct val="90000"/>
              </a:lnSpc>
              <a:spcBef>
                <a:spcPts val="900"/>
              </a:spcBef>
              <a:spcAft>
                <a:spcPts val="0"/>
              </a:spcAft>
              <a:buClr>
                <a:srgbClr val="013262"/>
              </a:buClr>
              <a:buSzPts val="700"/>
              <a:buNone/>
              <a:defRPr/>
            </a:lvl2pPr>
            <a:lvl3pPr lvl="2" algn="ctr">
              <a:lnSpc>
                <a:spcPct val="90000"/>
              </a:lnSpc>
              <a:spcBef>
                <a:spcPts val="900"/>
              </a:spcBef>
              <a:spcAft>
                <a:spcPts val="0"/>
              </a:spcAft>
              <a:buClr>
                <a:srgbClr val="013262"/>
              </a:buClr>
              <a:buSzPts val="700"/>
              <a:buNone/>
              <a:defRPr/>
            </a:lvl3pPr>
            <a:lvl4pPr lvl="3" algn="ctr">
              <a:lnSpc>
                <a:spcPct val="90000"/>
              </a:lnSpc>
              <a:spcBef>
                <a:spcPts val="900"/>
              </a:spcBef>
              <a:spcAft>
                <a:spcPts val="0"/>
              </a:spcAft>
              <a:buClr>
                <a:srgbClr val="013262"/>
              </a:buClr>
              <a:buSzPts val="700"/>
              <a:buNone/>
              <a:defRPr/>
            </a:lvl4pPr>
            <a:lvl5pPr lvl="4" algn="ctr">
              <a:lnSpc>
                <a:spcPct val="90000"/>
              </a:lnSpc>
              <a:spcBef>
                <a:spcPts val="900"/>
              </a:spcBef>
              <a:spcAft>
                <a:spcPts val="0"/>
              </a:spcAft>
              <a:buClr>
                <a:srgbClr val="013262"/>
              </a:buClr>
              <a:buSzPts val="700"/>
              <a:buNone/>
              <a:defRPr/>
            </a:lvl5pPr>
            <a:lvl6pPr lvl="5" algn="ctr">
              <a:lnSpc>
                <a:spcPct val="90000"/>
              </a:lnSpc>
              <a:spcBef>
                <a:spcPts val="900"/>
              </a:spcBef>
              <a:spcAft>
                <a:spcPts val="0"/>
              </a:spcAft>
              <a:buClr>
                <a:srgbClr val="013262"/>
              </a:buClr>
              <a:buSzPts val="700"/>
              <a:buNone/>
              <a:defRPr/>
            </a:lvl6pPr>
            <a:lvl7pPr lvl="6" algn="ctr">
              <a:lnSpc>
                <a:spcPct val="90000"/>
              </a:lnSpc>
              <a:spcBef>
                <a:spcPts val="900"/>
              </a:spcBef>
              <a:spcAft>
                <a:spcPts val="0"/>
              </a:spcAft>
              <a:buClr>
                <a:srgbClr val="013262"/>
              </a:buClr>
              <a:buSzPts val="700"/>
              <a:buNone/>
              <a:defRPr/>
            </a:lvl7pPr>
            <a:lvl8pPr lvl="7" algn="ctr">
              <a:lnSpc>
                <a:spcPct val="90000"/>
              </a:lnSpc>
              <a:spcBef>
                <a:spcPts val="900"/>
              </a:spcBef>
              <a:spcAft>
                <a:spcPts val="0"/>
              </a:spcAft>
              <a:buClr>
                <a:srgbClr val="013262"/>
              </a:buClr>
              <a:buSzPts val="700"/>
              <a:buNone/>
              <a:defRPr/>
            </a:lvl8pPr>
            <a:lvl9pPr lvl="8" algn="ctr">
              <a:lnSpc>
                <a:spcPct val="90000"/>
              </a:lnSpc>
              <a:spcBef>
                <a:spcPts val="900"/>
              </a:spcBef>
              <a:spcAft>
                <a:spcPts val="0"/>
              </a:spcAft>
              <a:buClr>
                <a:srgbClr val="013262"/>
              </a:buClr>
              <a:buSzPts val="700"/>
              <a:buNone/>
              <a:defRPr/>
            </a:lvl9pPr>
          </a:lstStyle>
          <a:p>
            <a:endParaRPr/>
          </a:p>
        </p:txBody>
      </p:sp>
      <p:sp>
        <p:nvSpPr>
          <p:cNvPr id="787" name="Google Shape;787;p148"/>
          <p:cNvSpPr txBox="1">
            <a:spLocks noGrp="1"/>
          </p:cNvSpPr>
          <p:nvPr>
            <p:ph type="sldNum" idx="12"/>
          </p:nvPr>
        </p:nvSpPr>
        <p:spPr>
          <a:xfrm>
            <a:off x="4491037" y="4881563"/>
            <a:ext cx="157200" cy="190500"/>
          </a:xfrm>
          <a:prstGeom prst="rect">
            <a:avLst/>
          </a:prstGeom>
          <a:noFill/>
          <a:ln>
            <a:noFill/>
          </a:ln>
        </p:spPr>
        <p:txBody>
          <a:bodyPr spcFirstLastPara="1" wrap="square" lIns="19050" tIns="19050" rIns="19050" bIns="19050" anchor="t" anchorCtr="0">
            <a:noAutofit/>
          </a:bodyPr>
          <a:lstStyle>
            <a:lvl1pPr marL="0" lvl="0"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1pPr>
            <a:lvl2pPr marL="0" lvl="1"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2pPr>
            <a:lvl3pPr marL="0" lvl="2"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3pPr>
            <a:lvl4pPr marL="0" lvl="3"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4pPr>
            <a:lvl5pPr marL="0" lvl="4"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5pPr>
            <a:lvl6pPr marL="0" lvl="5"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6pPr>
            <a:lvl7pPr marL="0" lvl="6"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7pPr>
            <a:lvl8pPr marL="0" lvl="7"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8pPr>
            <a:lvl9pPr marL="0" lvl="8"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9pPr>
          </a:lstStyle>
          <a:p>
            <a:pPr marL="0" lvl="0" indent="0" algn="ctr" rtl="0">
              <a:spcBef>
                <a:spcPts val="0"/>
              </a:spcBef>
              <a:spcAft>
                <a:spcPts val="0"/>
              </a:spcAft>
              <a:buNone/>
            </a:pPr>
            <a:fld id="{00000000-1234-1234-1234-123412341234}" type="slidenum">
              <a:rPr lang="en"/>
              <a:t>‹#›</a:t>
            </a:fld>
            <a:endParaRPr sz="1000">
              <a:solidFill>
                <a:schemeClr val="dk1"/>
              </a:solidFill>
              <a:latin typeface="Roboto"/>
              <a:ea typeface="Roboto"/>
              <a:cs typeface="Roboto"/>
              <a:sym typeface="Roboto"/>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matchingName="Title - Top 1">
  <p:cSld name="TITLE_AND_BODY_2">
    <p:spTree>
      <p:nvGrpSpPr>
        <p:cNvPr id="1" name="Shape 788"/>
        <p:cNvGrpSpPr/>
        <p:nvPr/>
      </p:nvGrpSpPr>
      <p:grpSpPr>
        <a:xfrm>
          <a:off x="0" y="0"/>
          <a:ext cx="0" cy="0"/>
          <a:chOff x="0" y="0"/>
          <a:chExt cx="0" cy="0"/>
        </a:xfrm>
      </p:grpSpPr>
      <p:sp>
        <p:nvSpPr>
          <p:cNvPr id="789" name="Google Shape;789;p149"/>
          <p:cNvSpPr txBox="1">
            <a:spLocks noGrp="1"/>
          </p:cNvSpPr>
          <p:nvPr>
            <p:ph type="title"/>
          </p:nvPr>
        </p:nvSpPr>
        <p:spPr>
          <a:xfrm>
            <a:off x="357188" y="198377"/>
            <a:ext cx="8429700" cy="624000"/>
          </a:xfrm>
          <a:prstGeom prst="rect">
            <a:avLst/>
          </a:prstGeom>
          <a:noFill/>
          <a:ln>
            <a:noFill/>
          </a:ln>
        </p:spPr>
        <p:txBody>
          <a:bodyPr spcFirstLastPara="1" wrap="square" lIns="19050" tIns="19050" rIns="19050" bIns="19050" anchor="ctr" anchorCtr="0">
            <a:noAutofit/>
          </a:bodyPr>
          <a:lstStyle>
            <a:lvl1pPr lvl="0" algn="ctr">
              <a:lnSpc>
                <a:spcPct val="90000"/>
              </a:lnSpc>
              <a:spcBef>
                <a:spcPts val="900"/>
              </a:spcBef>
              <a:spcAft>
                <a:spcPts val="0"/>
              </a:spcAft>
              <a:buClr>
                <a:srgbClr val="013262"/>
              </a:buClr>
              <a:buSzPts val="700"/>
              <a:buNone/>
              <a:defRPr/>
            </a:lvl1pPr>
            <a:lvl2pPr lvl="1" algn="ctr">
              <a:lnSpc>
                <a:spcPct val="90000"/>
              </a:lnSpc>
              <a:spcBef>
                <a:spcPts val="900"/>
              </a:spcBef>
              <a:spcAft>
                <a:spcPts val="0"/>
              </a:spcAft>
              <a:buClr>
                <a:srgbClr val="013262"/>
              </a:buClr>
              <a:buSzPts val="700"/>
              <a:buNone/>
              <a:defRPr/>
            </a:lvl2pPr>
            <a:lvl3pPr lvl="2" algn="ctr">
              <a:lnSpc>
                <a:spcPct val="90000"/>
              </a:lnSpc>
              <a:spcBef>
                <a:spcPts val="900"/>
              </a:spcBef>
              <a:spcAft>
                <a:spcPts val="0"/>
              </a:spcAft>
              <a:buClr>
                <a:srgbClr val="013262"/>
              </a:buClr>
              <a:buSzPts val="700"/>
              <a:buNone/>
              <a:defRPr/>
            </a:lvl3pPr>
            <a:lvl4pPr lvl="3" algn="ctr">
              <a:lnSpc>
                <a:spcPct val="90000"/>
              </a:lnSpc>
              <a:spcBef>
                <a:spcPts val="900"/>
              </a:spcBef>
              <a:spcAft>
                <a:spcPts val="0"/>
              </a:spcAft>
              <a:buClr>
                <a:srgbClr val="013262"/>
              </a:buClr>
              <a:buSzPts val="700"/>
              <a:buNone/>
              <a:defRPr/>
            </a:lvl4pPr>
            <a:lvl5pPr lvl="4" algn="ctr">
              <a:lnSpc>
                <a:spcPct val="90000"/>
              </a:lnSpc>
              <a:spcBef>
                <a:spcPts val="900"/>
              </a:spcBef>
              <a:spcAft>
                <a:spcPts val="0"/>
              </a:spcAft>
              <a:buClr>
                <a:srgbClr val="013262"/>
              </a:buClr>
              <a:buSzPts val="700"/>
              <a:buNone/>
              <a:defRPr/>
            </a:lvl5pPr>
            <a:lvl6pPr lvl="5" algn="ctr">
              <a:lnSpc>
                <a:spcPct val="90000"/>
              </a:lnSpc>
              <a:spcBef>
                <a:spcPts val="900"/>
              </a:spcBef>
              <a:spcAft>
                <a:spcPts val="0"/>
              </a:spcAft>
              <a:buClr>
                <a:srgbClr val="013262"/>
              </a:buClr>
              <a:buSzPts val="700"/>
              <a:buNone/>
              <a:defRPr/>
            </a:lvl6pPr>
            <a:lvl7pPr lvl="6" algn="ctr">
              <a:lnSpc>
                <a:spcPct val="90000"/>
              </a:lnSpc>
              <a:spcBef>
                <a:spcPts val="900"/>
              </a:spcBef>
              <a:spcAft>
                <a:spcPts val="0"/>
              </a:spcAft>
              <a:buClr>
                <a:srgbClr val="013262"/>
              </a:buClr>
              <a:buSzPts val="700"/>
              <a:buNone/>
              <a:defRPr/>
            </a:lvl7pPr>
            <a:lvl8pPr lvl="7" algn="ctr">
              <a:lnSpc>
                <a:spcPct val="90000"/>
              </a:lnSpc>
              <a:spcBef>
                <a:spcPts val="900"/>
              </a:spcBef>
              <a:spcAft>
                <a:spcPts val="0"/>
              </a:spcAft>
              <a:buClr>
                <a:srgbClr val="013262"/>
              </a:buClr>
              <a:buSzPts val="700"/>
              <a:buNone/>
              <a:defRPr/>
            </a:lvl8pPr>
            <a:lvl9pPr lvl="8" algn="ctr">
              <a:lnSpc>
                <a:spcPct val="90000"/>
              </a:lnSpc>
              <a:spcBef>
                <a:spcPts val="900"/>
              </a:spcBef>
              <a:spcAft>
                <a:spcPts val="0"/>
              </a:spcAft>
              <a:buClr>
                <a:srgbClr val="013262"/>
              </a:buClr>
              <a:buSzPts val="700"/>
              <a:buNone/>
              <a:defRPr/>
            </a:lvl9pPr>
          </a:lstStyle>
          <a:p>
            <a:endParaRPr/>
          </a:p>
        </p:txBody>
      </p:sp>
      <p:sp>
        <p:nvSpPr>
          <p:cNvPr id="790" name="Google Shape;790;p149"/>
          <p:cNvSpPr txBox="1">
            <a:spLocks noGrp="1"/>
          </p:cNvSpPr>
          <p:nvPr>
            <p:ph type="sldNum" idx="12"/>
          </p:nvPr>
        </p:nvSpPr>
        <p:spPr>
          <a:xfrm>
            <a:off x="4491037" y="4881563"/>
            <a:ext cx="157200" cy="190500"/>
          </a:xfrm>
          <a:prstGeom prst="rect">
            <a:avLst/>
          </a:prstGeom>
          <a:noFill/>
          <a:ln>
            <a:noFill/>
          </a:ln>
        </p:spPr>
        <p:txBody>
          <a:bodyPr spcFirstLastPara="1" wrap="square" lIns="19050" tIns="19050" rIns="19050" bIns="19050" anchor="t" anchorCtr="0">
            <a:noAutofit/>
          </a:bodyPr>
          <a:lstStyle>
            <a:lvl1pPr marL="0" lvl="0"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1pPr>
            <a:lvl2pPr marL="0" lvl="1"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2pPr>
            <a:lvl3pPr marL="0" lvl="2"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3pPr>
            <a:lvl4pPr marL="0" lvl="3"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4pPr>
            <a:lvl5pPr marL="0" lvl="4"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5pPr>
            <a:lvl6pPr marL="0" lvl="5"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6pPr>
            <a:lvl7pPr marL="0" lvl="6"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7pPr>
            <a:lvl8pPr marL="0" lvl="7"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8pPr>
            <a:lvl9pPr marL="0" lvl="8" indent="0" algn="ctr">
              <a:lnSpc>
                <a:spcPct val="100000"/>
              </a:lnSpc>
              <a:spcBef>
                <a:spcPts val="0"/>
              </a:spcBef>
              <a:spcAft>
                <a:spcPts val="0"/>
              </a:spcAft>
              <a:buClr>
                <a:srgbClr val="4C4946"/>
              </a:buClr>
              <a:buSzPts val="900"/>
              <a:buFont typeface="Palatino"/>
              <a:buNone/>
              <a:defRPr sz="900">
                <a:solidFill>
                  <a:srgbClr val="4C4946"/>
                </a:solidFill>
                <a:latin typeface="Palatino"/>
                <a:ea typeface="Palatino"/>
                <a:cs typeface="Palatino"/>
                <a:sym typeface="Palatino"/>
              </a:defRPr>
            </a:lvl9pPr>
          </a:lstStyle>
          <a:p>
            <a:pPr marL="0" lvl="0" indent="0" algn="ctr" rtl="0">
              <a:spcBef>
                <a:spcPts val="0"/>
              </a:spcBef>
              <a:spcAft>
                <a:spcPts val="0"/>
              </a:spcAft>
              <a:buNone/>
            </a:pPr>
            <a:fld id="{00000000-1234-1234-1234-123412341234}" type="slidenum">
              <a:rPr lang="en"/>
              <a:t>‹#›</a:t>
            </a:fld>
            <a:endParaRPr sz="1000">
              <a:solidFill>
                <a:schemeClr val="dk1"/>
              </a:solidFill>
              <a:latin typeface="Roboto"/>
              <a:ea typeface="Roboto"/>
              <a:cs typeface="Roboto"/>
              <a:sym typeface="Roboto"/>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791"/>
        <p:cNvGrpSpPr/>
        <p:nvPr/>
      </p:nvGrpSpPr>
      <p:grpSpPr>
        <a:xfrm>
          <a:off x="0" y="0"/>
          <a:ext cx="0" cy="0"/>
          <a:chOff x="0" y="0"/>
          <a:chExt cx="0" cy="0"/>
        </a:xfrm>
      </p:grpSpPr>
      <p:sp>
        <p:nvSpPr>
          <p:cNvPr id="792" name="Google Shape;792;p150"/>
          <p:cNvSpPr/>
          <p:nvPr/>
        </p:nvSpPr>
        <p:spPr>
          <a:xfrm>
            <a:off x="4774375" y="-46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50"/>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16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794" name="Google Shape;794;p150"/>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600"/>
              </a:spcBef>
              <a:spcAft>
                <a:spcPts val="0"/>
              </a:spcAft>
              <a:buSzPts val="16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795" name="Google Shape;795;p150"/>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30200">
              <a:spcBef>
                <a:spcPts val="600"/>
              </a:spcBef>
              <a:spcAft>
                <a:spcPts val="0"/>
              </a:spcAft>
              <a:buSzPts val="1600"/>
              <a:buChar char="•"/>
              <a:defRPr/>
            </a:lvl1pPr>
            <a:lvl2pPr marL="914400" lvl="1" indent="-330200">
              <a:spcBef>
                <a:spcPts val="600"/>
              </a:spcBef>
              <a:spcAft>
                <a:spcPts val="0"/>
              </a:spcAft>
              <a:buSzPts val="1600"/>
              <a:buChar char="•"/>
              <a:defRPr/>
            </a:lvl2pPr>
            <a:lvl3pPr marL="1371600" lvl="2" indent="-330200">
              <a:spcBef>
                <a:spcPts val="600"/>
              </a:spcBef>
              <a:spcAft>
                <a:spcPts val="0"/>
              </a:spcAft>
              <a:buSzPts val="1600"/>
              <a:buChar char="•"/>
              <a:defRPr/>
            </a:lvl3pPr>
            <a:lvl4pPr marL="1828800" lvl="3" indent="-330200">
              <a:spcBef>
                <a:spcPts val="600"/>
              </a:spcBef>
              <a:spcAft>
                <a:spcPts val="0"/>
              </a:spcAft>
              <a:buSzPts val="1600"/>
              <a:buChar char="•"/>
              <a:defRPr/>
            </a:lvl4pPr>
            <a:lvl5pPr marL="2286000" lvl="4" indent="-330200">
              <a:spcBef>
                <a:spcPts val="600"/>
              </a:spcBef>
              <a:spcAft>
                <a:spcPts val="0"/>
              </a:spcAft>
              <a:buSzPts val="1600"/>
              <a:buChar char="•"/>
              <a:defRPr/>
            </a:lvl5pPr>
            <a:lvl6pPr marL="2743200" lvl="5" indent="-330200">
              <a:spcBef>
                <a:spcPts val="600"/>
              </a:spcBef>
              <a:spcAft>
                <a:spcPts val="0"/>
              </a:spcAft>
              <a:buSzPts val="1600"/>
              <a:buChar char="•"/>
              <a:defRPr/>
            </a:lvl6pPr>
            <a:lvl7pPr marL="3200400" lvl="6" indent="-330200">
              <a:spcBef>
                <a:spcPts val="600"/>
              </a:spcBef>
              <a:spcAft>
                <a:spcPts val="0"/>
              </a:spcAft>
              <a:buSzPts val="1600"/>
              <a:buChar char="•"/>
              <a:defRPr/>
            </a:lvl7pPr>
            <a:lvl8pPr marL="3657600" lvl="7" indent="-330200">
              <a:spcBef>
                <a:spcPts val="600"/>
              </a:spcBef>
              <a:spcAft>
                <a:spcPts val="0"/>
              </a:spcAft>
              <a:buSzPts val="1600"/>
              <a:buChar char="•"/>
              <a:defRPr/>
            </a:lvl8pPr>
            <a:lvl9pPr marL="4114800" lvl="8" indent="-330200">
              <a:spcBef>
                <a:spcPts val="600"/>
              </a:spcBef>
              <a:spcAft>
                <a:spcPts val="0"/>
              </a:spcAft>
              <a:buSzPts val="1600"/>
              <a:buChar char="•"/>
              <a:defRPr/>
            </a:lvl9pPr>
          </a:lstStyle>
          <a:p>
            <a:endParaRPr/>
          </a:p>
        </p:txBody>
      </p:sp>
      <p:sp>
        <p:nvSpPr>
          <p:cNvPr id="796" name="Google Shape;796;p1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797" name="Google Shape;797;p150"/>
          <p:cNvPicPr preferRelativeResize="0"/>
          <p:nvPr/>
        </p:nvPicPr>
        <p:blipFill>
          <a:blip r:embed="rId2">
            <a:alphaModFix/>
          </a:blip>
          <a:stretch>
            <a:fillRect/>
          </a:stretch>
        </p:blipFill>
        <p:spPr>
          <a:xfrm>
            <a:off x="8472450" y="0"/>
            <a:ext cx="658375" cy="658375"/>
          </a:xfrm>
          <a:prstGeom prst="rect">
            <a:avLst/>
          </a:prstGeom>
          <a:noFill/>
          <a:ln>
            <a:noFill/>
          </a:ln>
        </p:spPr>
      </p:pic>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798"/>
        <p:cNvGrpSpPr/>
        <p:nvPr/>
      </p:nvGrpSpPr>
      <p:grpSpPr>
        <a:xfrm>
          <a:off x="0" y="0"/>
          <a:ext cx="0" cy="0"/>
          <a:chOff x="0" y="0"/>
          <a:chExt cx="0" cy="0"/>
        </a:xfrm>
      </p:grpSpPr>
      <p:sp>
        <p:nvSpPr>
          <p:cNvPr id="799" name="Google Shape;799;p151"/>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801" name="Google Shape;801;p151"/>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30200">
              <a:spcBef>
                <a:spcPts val="600"/>
              </a:spcBef>
              <a:spcAft>
                <a:spcPts val="0"/>
              </a:spcAft>
              <a:buSzPts val="1600"/>
              <a:buChar char="•"/>
              <a:defRPr/>
            </a:lvl1pPr>
            <a:lvl2pPr marL="914400" lvl="1" indent="-330200">
              <a:spcBef>
                <a:spcPts val="600"/>
              </a:spcBef>
              <a:spcAft>
                <a:spcPts val="0"/>
              </a:spcAft>
              <a:buSzPts val="1600"/>
              <a:buChar char="•"/>
              <a:defRPr/>
            </a:lvl2pPr>
            <a:lvl3pPr marL="1371600" lvl="2" indent="-330200">
              <a:spcBef>
                <a:spcPts val="600"/>
              </a:spcBef>
              <a:spcAft>
                <a:spcPts val="0"/>
              </a:spcAft>
              <a:buSzPts val="1600"/>
              <a:buChar char="•"/>
              <a:defRPr/>
            </a:lvl3pPr>
            <a:lvl4pPr marL="1828800" lvl="3" indent="-330200">
              <a:spcBef>
                <a:spcPts val="600"/>
              </a:spcBef>
              <a:spcAft>
                <a:spcPts val="0"/>
              </a:spcAft>
              <a:buSzPts val="1600"/>
              <a:buChar char="•"/>
              <a:defRPr/>
            </a:lvl4pPr>
            <a:lvl5pPr marL="2286000" lvl="4" indent="-330200">
              <a:spcBef>
                <a:spcPts val="600"/>
              </a:spcBef>
              <a:spcAft>
                <a:spcPts val="0"/>
              </a:spcAft>
              <a:buSzPts val="1600"/>
              <a:buChar char="•"/>
              <a:defRPr/>
            </a:lvl5pPr>
            <a:lvl6pPr marL="2743200" lvl="5" indent="-330200">
              <a:spcBef>
                <a:spcPts val="600"/>
              </a:spcBef>
              <a:spcAft>
                <a:spcPts val="0"/>
              </a:spcAft>
              <a:buSzPts val="1600"/>
              <a:buChar char="•"/>
              <a:defRPr/>
            </a:lvl6pPr>
            <a:lvl7pPr marL="3200400" lvl="6" indent="-330200">
              <a:spcBef>
                <a:spcPts val="600"/>
              </a:spcBef>
              <a:spcAft>
                <a:spcPts val="0"/>
              </a:spcAft>
              <a:buSzPts val="1600"/>
              <a:buChar char="•"/>
              <a:defRPr/>
            </a:lvl7pPr>
            <a:lvl8pPr marL="3657600" lvl="7" indent="-330200">
              <a:spcBef>
                <a:spcPts val="600"/>
              </a:spcBef>
              <a:spcAft>
                <a:spcPts val="0"/>
              </a:spcAft>
              <a:buSzPts val="1600"/>
              <a:buChar char="•"/>
              <a:defRPr/>
            </a:lvl8pPr>
            <a:lvl9pPr marL="4114800" lvl="8" indent="-330200">
              <a:spcBef>
                <a:spcPts val="600"/>
              </a:spcBef>
              <a:spcAft>
                <a:spcPts val="0"/>
              </a:spcAft>
              <a:buSzPts val="1600"/>
              <a:buChar char="•"/>
              <a:defRPr/>
            </a:lvl9pPr>
          </a:lstStyle>
          <a:p>
            <a:endParaRPr/>
          </a:p>
        </p:txBody>
      </p:sp>
      <p:sp>
        <p:nvSpPr>
          <p:cNvPr id="802" name="Google Shape;802;p151"/>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30200">
              <a:spcBef>
                <a:spcPts val="600"/>
              </a:spcBef>
              <a:spcAft>
                <a:spcPts val="0"/>
              </a:spcAft>
              <a:buSzPts val="1600"/>
              <a:buChar char="•"/>
              <a:defRPr/>
            </a:lvl1pPr>
            <a:lvl2pPr marL="914400" lvl="1" indent="-330200">
              <a:spcBef>
                <a:spcPts val="600"/>
              </a:spcBef>
              <a:spcAft>
                <a:spcPts val="0"/>
              </a:spcAft>
              <a:buSzPts val="1600"/>
              <a:buChar char="•"/>
              <a:defRPr/>
            </a:lvl2pPr>
            <a:lvl3pPr marL="1371600" lvl="2" indent="-330200">
              <a:spcBef>
                <a:spcPts val="600"/>
              </a:spcBef>
              <a:spcAft>
                <a:spcPts val="0"/>
              </a:spcAft>
              <a:buSzPts val="1600"/>
              <a:buChar char="•"/>
              <a:defRPr/>
            </a:lvl3pPr>
            <a:lvl4pPr marL="1828800" lvl="3" indent="-330200">
              <a:spcBef>
                <a:spcPts val="600"/>
              </a:spcBef>
              <a:spcAft>
                <a:spcPts val="0"/>
              </a:spcAft>
              <a:buSzPts val="1600"/>
              <a:buChar char="•"/>
              <a:defRPr/>
            </a:lvl4pPr>
            <a:lvl5pPr marL="2286000" lvl="4" indent="-330200">
              <a:spcBef>
                <a:spcPts val="600"/>
              </a:spcBef>
              <a:spcAft>
                <a:spcPts val="0"/>
              </a:spcAft>
              <a:buSzPts val="1600"/>
              <a:buChar char="•"/>
              <a:defRPr/>
            </a:lvl5pPr>
            <a:lvl6pPr marL="2743200" lvl="5" indent="-330200">
              <a:spcBef>
                <a:spcPts val="600"/>
              </a:spcBef>
              <a:spcAft>
                <a:spcPts val="0"/>
              </a:spcAft>
              <a:buSzPts val="1600"/>
              <a:buChar char="•"/>
              <a:defRPr/>
            </a:lvl6pPr>
            <a:lvl7pPr marL="3200400" lvl="6" indent="-330200">
              <a:spcBef>
                <a:spcPts val="600"/>
              </a:spcBef>
              <a:spcAft>
                <a:spcPts val="0"/>
              </a:spcAft>
              <a:buSzPts val="1600"/>
              <a:buChar char="•"/>
              <a:defRPr/>
            </a:lvl7pPr>
            <a:lvl8pPr marL="3657600" lvl="7" indent="-330200">
              <a:spcBef>
                <a:spcPts val="600"/>
              </a:spcBef>
              <a:spcAft>
                <a:spcPts val="0"/>
              </a:spcAft>
              <a:buSzPts val="1600"/>
              <a:buChar char="•"/>
              <a:defRPr/>
            </a:lvl8pPr>
            <a:lvl9pPr marL="4114800" lvl="8" indent="-330200">
              <a:spcBef>
                <a:spcPts val="600"/>
              </a:spcBef>
              <a:spcAft>
                <a:spcPts val="0"/>
              </a:spcAft>
              <a:buSzPts val="1600"/>
              <a:buChar char="•"/>
              <a:defRPr/>
            </a:lvl9pPr>
          </a:lstStyle>
          <a:p>
            <a:endParaRPr/>
          </a:p>
        </p:txBody>
      </p:sp>
      <p:sp>
        <p:nvSpPr>
          <p:cNvPr id="803" name="Google Shape;803;p151"/>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pic>
        <p:nvPicPr>
          <p:cNvPr id="804" name="Google Shape;804;p15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805"/>
        <p:cNvGrpSpPr/>
        <p:nvPr/>
      </p:nvGrpSpPr>
      <p:grpSpPr>
        <a:xfrm>
          <a:off x="0" y="0"/>
          <a:ext cx="0" cy="0"/>
          <a:chOff x="0" y="0"/>
          <a:chExt cx="0" cy="0"/>
        </a:xfrm>
      </p:grpSpPr>
      <p:sp>
        <p:nvSpPr>
          <p:cNvPr id="806" name="Google Shape;806;p152"/>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808" name="Google Shape;808;p152"/>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30200">
              <a:spcBef>
                <a:spcPts val="600"/>
              </a:spcBef>
              <a:spcAft>
                <a:spcPts val="0"/>
              </a:spcAft>
              <a:buSzPts val="1600"/>
              <a:buChar char="•"/>
              <a:defRPr/>
            </a:lvl1pPr>
            <a:lvl2pPr marL="914400" lvl="1" indent="-330200">
              <a:spcBef>
                <a:spcPts val="600"/>
              </a:spcBef>
              <a:spcAft>
                <a:spcPts val="0"/>
              </a:spcAft>
              <a:buSzPts val="1600"/>
              <a:buChar char="•"/>
              <a:defRPr/>
            </a:lvl2pPr>
            <a:lvl3pPr marL="1371600" lvl="2" indent="-330200">
              <a:spcBef>
                <a:spcPts val="600"/>
              </a:spcBef>
              <a:spcAft>
                <a:spcPts val="0"/>
              </a:spcAft>
              <a:buSzPts val="1600"/>
              <a:buChar char="•"/>
              <a:defRPr/>
            </a:lvl3pPr>
            <a:lvl4pPr marL="1828800" lvl="3" indent="-330200">
              <a:spcBef>
                <a:spcPts val="600"/>
              </a:spcBef>
              <a:spcAft>
                <a:spcPts val="0"/>
              </a:spcAft>
              <a:buSzPts val="1600"/>
              <a:buChar char="•"/>
              <a:defRPr/>
            </a:lvl4pPr>
            <a:lvl5pPr marL="2286000" lvl="4" indent="-330200">
              <a:spcBef>
                <a:spcPts val="600"/>
              </a:spcBef>
              <a:spcAft>
                <a:spcPts val="0"/>
              </a:spcAft>
              <a:buSzPts val="1600"/>
              <a:buChar char="•"/>
              <a:defRPr/>
            </a:lvl5pPr>
            <a:lvl6pPr marL="2743200" lvl="5" indent="-330200">
              <a:spcBef>
                <a:spcPts val="600"/>
              </a:spcBef>
              <a:spcAft>
                <a:spcPts val="0"/>
              </a:spcAft>
              <a:buSzPts val="1600"/>
              <a:buChar char="•"/>
              <a:defRPr/>
            </a:lvl6pPr>
            <a:lvl7pPr marL="3200400" lvl="6" indent="-330200">
              <a:spcBef>
                <a:spcPts val="600"/>
              </a:spcBef>
              <a:spcAft>
                <a:spcPts val="0"/>
              </a:spcAft>
              <a:buSzPts val="1600"/>
              <a:buChar char="•"/>
              <a:defRPr/>
            </a:lvl7pPr>
            <a:lvl8pPr marL="3657600" lvl="7" indent="-330200">
              <a:spcBef>
                <a:spcPts val="600"/>
              </a:spcBef>
              <a:spcAft>
                <a:spcPts val="0"/>
              </a:spcAft>
              <a:buSzPts val="1600"/>
              <a:buChar char="•"/>
              <a:defRPr/>
            </a:lvl8pPr>
            <a:lvl9pPr marL="4114800" lvl="8" indent="-330200">
              <a:spcBef>
                <a:spcPts val="600"/>
              </a:spcBef>
              <a:spcAft>
                <a:spcPts val="0"/>
              </a:spcAft>
              <a:buSzPts val="1600"/>
              <a:buChar char="•"/>
              <a:defRPr/>
            </a:lvl9pPr>
          </a:lstStyle>
          <a:p>
            <a:endParaRPr/>
          </a:p>
        </p:txBody>
      </p:sp>
      <p:sp>
        <p:nvSpPr>
          <p:cNvPr id="809" name="Google Shape;809;p152"/>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30200">
              <a:spcBef>
                <a:spcPts val="600"/>
              </a:spcBef>
              <a:spcAft>
                <a:spcPts val="0"/>
              </a:spcAft>
              <a:buSzPts val="1600"/>
              <a:buChar char="•"/>
              <a:defRPr/>
            </a:lvl1pPr>
            <a:lvl2pPr marL="914400" lvl="1" indent="-330200">
              <a:spcBef>
                <a:spcPts val="600"/>
              </a:spcBef>
              <a:spcAft>
                <a:spcPts val="0"/>
              </a:spcAft>
              <a:buSzPts val="1600"/>
              <a:buChar char="•"/>
              <a:defRPr/>
            </a:lvl2pPr>
            <a:lvl3pPr marL="1371600" lvl="2" indent="-330200">
              <a:spcBef>
                <a:spcPts val="600"/>
              </a:spcBef>
              <a:spcAft>
                <a:spcPts val="0"/>
              </a:spcAft>
              <a:buSzPts val="1600"/>
              <a:buChar char="•"/>
              <a:defRPr/>
            </a:lvl3pPr>
            <a:lvl4pPr marL="1828800" lvl="3" indent="-330200">
              <a:spcBef>
                <a:spcPts val="600"/>
              </a:spcBef>
              <a:spcAft>
                <a:spcPts val="0"/>
              </a:spcAft>
              <a:buSzPts val="1600"/>
              <a:buChar char="•"/>
              <a:defRPr/>
            </a:lvl4pPr>
            <a:lvl5pPr marL="2286000" lvl="4" indent="-330200">
              <a:spcBef>
                <a:spcPts val="600"/>
              </a:spcBef>
              <a:spcAft>
                <a:spcPts val="0"/>
              </a:spcAft>
              <a:buSzPts val="1600"/>
              <a:buChar char="•"/>
              <a:defRPr/>
            </a:lvl5pPr>
            <a:lvl6pPr marL="2743200" lvl="5" indent="-330200">
              <a:spcBef>
                <a:spcPts val="600"/>
              </a:spcBef>
              <a:spcAft>
                <a:spcPts val="0"/>
              </a:spcAft>
              <a:buSzPts val="1600"/>
              <a:buChar char="•"/>
              <a:defRPr/>
            </a:lvl6pPr>
            <a:lvl7pPr marL="3200400" lvl="6" indent="-330200">
              <a:spcBef>
                <a:spcPts val="600"/>
              </a:spcBef>
              <a:spcAft>
                <a:spcPts val="0"/>
              </a:spcAft>
              <a:buSzPts val="1600"/>
              <a:buChar char="•"/>
              <a:defRPr/>
            </a:lvl7pPr>
            <a:lvl8pPr marL="3657600" lvl="7" indent="-330200">
              <a:spcBef>
                <a:spcPts val="600"/>
              </a:spcBef>
              <a:spcAft>
                <a:spcPts val="0"/>
              </a:spcAft>
              <a:buSzPts val="1600"/>
              <a:buChar char="•"/>
              <a:defRPr/>
            </a:lvl8pPr>
            <a:lvl9pPr marL="4114800" lvl="8" indent="-330200">
              <a:spcBef>
                <a:spcPts val="600"/>
              </a:spcBef>
              <a:spcAft>
                <a:spcPts val="0"/>
              </a:spcAft>
              <a:buSzPts val="1600"/>
              <a:buChar char="•"/>
              <a:defRPr/>
            </a:lvl9pPr>
          </a:lstStyle>
          <a:p>
            <a:endParaRPr/>
          </a:p>
        </p:txBody>
      </p:sp>
      <p:sp>
        <p:nvSpPr>
          <p:cNvPr id="810" name="Google Shape;810;p152"/>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a:lnSpc>
                <a:spcPct val="100000"/>
              </a:lnSpc>
              <a:spcBef>
                <a:spcPts val="600"/>
              </a:spcBef>
              <a:spcAft>
                <a:spcPts val="0"/>
              </a:spcAft>
              <a:buSzPts val="16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811" name="Google Shape;811;p152"/>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a:spcBef>
                <a:spcPts val="0"/>
              </a:spcBef>
              <a:spcAft>
                <a:spcPts val="0"/>
              </a:spcAft>
              <a:buSzPts val="2500"/>
              <a:buNone/>
              <a:defRPr sz="2500"/>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pic>
        <p:nvPicPr>
          <p:cNvPr id="812" name="Google Shape;812;p152"/>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813"/>
        <p:cNvGrpSpPr/>
        <p:nvPr/>
      </p:nvGrpSpPr>
      <p:grpSpPr>
        <a:xfrm>
          <a:off x="0" y="0"/>
          <a:ext cx="0" cy="0"/>
          <a:chOff x="0" y="0"/>
          <a:chExt cx="0" cy="0"/>
        </a:xfrm>
      </p:grpSpPr>
      <p:sp>
        <p:nvSpPr>
          <p:cNvPr id="814" name="Google Shape;814;p15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815" name="Google Shape;815;p1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816"/>
        <p:cNvGrpSpPr/>
        <p:nvPr/>
      </p:nvGrpSpPr>
      <p:grpSpPr>
        <a:xfrm>
          <a:off x="0" y="0"/>
          <a:ext cx="0" cy="0"/>
          <a:chOff x="0" y="0"/>
          <a:chExt cx="0" cy="0"/>
        </a:xfrm>
      </p:grpSpPr>
      <p:sp>
        <p:nvSpPr>
          <p:cNvPr id="817" name="Google Shape;817;p154"/>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819" name="Google Shape;819;p154"/>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30200">
              <a:spcBef>
                <a:spcPts val="600"/>
              </a:spcBef>
              <a:spcAft>
                <a:spcPts val="0"/>
              </a:spcAft>
              <a:buSzPts val="1600"/>
              <a:buChar char="•"/>
              <a:defRPr/>
            </a:lvl1pPr>
            <a:lvl2pPr marL="914400" lvl="1" indent="-330200">
              <a:spcBef>
                <a:spcPts val="600"/>
              </a:spcBef>
              <a:spcAft>
                <a:spcPts val="0"/>
              </a:spcAft>
              <a:buSzPts val="1600"/>
              <a:buChar char="•"/>
              <a:defRPr/>
            </a:lvl2pPr>
            <a:lvl3pPr marL="1371600" lvl="2" indent="-330200">
              <a:spcBef>
                <a:spcPts val="600"/>
              </a:spcBef>
              <a:spcAft>
                <a:spcPts val="0"/>
              </a:spcAft>
              <a:buSzPts val="1600"/>
              <a:buChar char="•"/>
              <a:defRPr/>
            </a:lvl3pPr>
            <a:lvl4pPr marL="1828800" lvl="3" indent="-330200">
              <a:spcBef>
                <a:spcPts val="600"/>
              </a:spcBef>
              <a:spcAft>
                <a:spcPts val="0"/>
              </a:spcAft>
              <a:buSzPts val="1600"/>
              <a:buChar char="•"/>
              <a:defRPr/>
            </a:lvl4pPr>
            <a:lvl5pPr marL="2286000" lvl="4" indent="-330200">
              <a:spcBef>
                <a:spcPts val="600"/>
              </a:spcBef>
              <a:spcAft>
                <a:spcPts val="0"/>
              </a:spcAft>
              <a:buSzPts val="1600"/>
              <a:buChar char="•"/>
              <a:defRPr/>
            </a:lvl5pPr>
            <a:lvl6pPr marL="2743200" lvl="5" indent="-330200">
              <a:spcBef>
                <a:spcPts val="600"/>
              </a:spcBef>
              <a:spcAft>
                <a:spcPts val="0"/>
              </a:spcAft>
              <a:buSzPts val="1600"/>
              <a:buChar char="•"/>
              <a:defRPr/>
            </a:lvl6pPr>
            <a:lvl7pPr marL="3200400" lvl="6" indent="-330200">
              <a:spcBef>
                <a:spcPts val="600"/>
              </a:spcBef>
              <a:spcAft>
                <a:spcPts val="0"/>
              </a:spcAft>
              <a:buSzPts val="1600"/>
              <a:buChar char="•"/>
              <a:defRPr/>
            </a:lvl7pPr>
            <a:lvl8pPr marL="3657600" lvl="7" indent="-330200">
              <a:spcBef>
                <a:spcPts val="600"/>
              </a:spcBef>
              <a:spcAft>
                <a:spcPts val="0"/>
              </a:spcAft>
              <a:buSzPts val="1600"/>
              <a:buChar char="•"/>
              <a:defRPr/>
            </a:lvl8pPr>
            <a:lvl9pPr marL="4114800" lvl="8" indent="-330200">
              <a:spcBef>
                <a:spcPts val="600"/>
              </a:spcBef>
              <a:spcAft>
                <a:spcPts val="0"/>
              </a:spcAft>
              <a:buSzPts val="1600"/>
              <a:buChar char="•"/>
              <a:defRPr/>
            </a:lvl9pPr>
          </a:lstStyle>
          <a:p>
            <a:endParaRPr/>
          </a:p>
        </p:txBody>
      </p:sp>
      <p:sp>
        <p:nvSpPr>
          <p:cNvPr id="820" name="Google Shape;820;p154"/>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30200">
              <a:spcBef>
                <a:spcPts val="600"/>
              </a:spcBef>
              <a:spcAft>
                <a:spcPts val="0"/>
              </a:spcAft>
              <a:buSzPts val="1600"/>
              <a:buChar char="•"/>
              <a:defRPr/>
            </a:lvl1pPr>
            <a:lvl2pPr marL="914400" lvl="1" indent="-330200">
              <a:spcBef>
                <a:spcPts val="600"/>
              </a:spcBef>
              <a:spcAft>
                <a:spcPts val="0"/>
              </a:spcAft>
              <a:buSzPts val="1600"/>
              <a:buChar char="•"/>
              <a:defRPr/>
            </a:lvl2pPr>
            <a:lvl3pPr marL="1371600" lvl="2" indent="-330200">
              <a:spcBef>
                <a:spcPts val="600"/>
              </a:spcBef>
              <a:spcAft>
                <a:spcPts val="0"/>
              </a:spcAft>
              <a:buSzPts val="1600"/>
              <a:buChar char="•"/>
              <a:defRPr/>
            </a:lvl3pPr>
            <a:lvl4pPr marL="1828800" lvl="3" indent="-330200">
              <a:spcBef>
                <a:spcPts val="600"/>
              </a:spcBef>
              <a:spcAft>
                <a:spcPts val="0"/>
              </a:spcAft>
              <a:buSzPts val="1600"/>
              <a:buChar char="•"/>
              <a:defRPr/>
            </a:lvl4pPr>
            <a:lvl5pPr marL="2286000" lvl="4" indent="-330200">
              <a:spcBef>
                <a:spcPts val="600"/>
              </a:spcBef>
              <a:spcAft>
                <a:spcPts val="0"/>
              </a:spcAft>
              <a:buSzPts val="1600"/>
              <a:buChar char="•"/>
              <a:defRPr/>
            </a:lvl5pPr>
            <a:lvl6pPr marL="2743200" lvl="5" indent="-330200">
              <a:spcBef>
                <a:spcPts val="600"/>
              </a:spcBef>
              <a:spcAft>
                <a:spcPts val="0"/>
              </a:spcAft>
              <a:buSzPts val="1600"/>
              <a:buChar char="•"/>
              <a:defRPr/>
            </a:lvl6pPr>
            <a:lvl7pPr marL="3200400" lvl="6" indent="-330200">
              <a:spcBef>
                <a:spcPts val="600"/>
              </a:spcBef>
              <a:spcAft>
                <a:spcPts val="0"/>
              </a:spcAft>
              <a:buSzPts val="1600"/>
              <a:buChar char="•"/>
              <a:defRPr/>
            </a:lvl7pPr>
            <a:lvl8pPr marL="3657600" lvl="7" indent="-330200">
              <a:spcBef>
                <a:spcPts val="600"/>
              </a:spcBef>
              <a:spcAft>
                <a:spcPts val="0"/>
              </a:spcAft>
              <a:buSzPts val="1600"/>
              <a:buChar char="•"/>
              <a:defRPr/>
            </a:lvl8pPr>
            <a:lvl9pPr marL="4114800" lvl="8" indent="-330200">
              <a:spcBef>
                <a:spcPts val="600"/>
              </a:spcBef>
              <a:spcAft>
                <a:spcPts val="0"/>
              </a:spcAft>
              <a:buSzPts val="1600"/>
              <a:buChar char="•"/>
              <a:defRPr/>
            </a:lvl9pPr>
          </a:lstStyle>
          <a:p>
            <a:endParaRPr/>
          </a:p>
        </p:txBody>
      </p:sp>
      <p:sp>
        <p:nvSpPr>
          <p:cNvPr id="821" name="Google Shape;821;p154"/>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pic>
        <p:nvPicPr>
          <p:cNvPr id="822" name="Google Shape;822;p154"/>
          <p:cNvPicPr preferRelativeResize="0"/>
          <p:nvPr/>
        </p:nvPicPr>
        <p:blipFill>
          <a:blip r:embed="rId2">
            <a:alphaModFix/>
          </a:blip>
          <a:stretch>
            <a:fillRect/>
          </a:stretch>
        </p:blipFill>
        <p:spPr>
          <a:xfrm>
            <a:off x="8472450" y="0"/>
            <a:ext cx="658375" cy="658375"/>
          </a:xfrm>
          <a:prstGeom prst="rect">
            <a:avLst/>
          </a:prstGeom>
          <a:noFill/>
          <a:ln>
            <a:noFill/>
          </a:ln>
        </p:spPr>
      </p:pic>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1_Section Header">
  <p:cSld name="SECTION_HEADER_1_1">
    <p:bg>
      <p:bgPr>
        <a:solidFill>
          <a:srgbClr val="4A86E8"/>
        </a:solidFill>
        <a:effectLst/>
      </p:bgPr>
    </p:bg>
    <p:spTree>
      <p:nvGrpSpPr>
        <p:cNvPr id="1" name="Shape 823"/>
        <p:cNvGrpSpPr/>
        <p:nvPr/>
      </p:nvGrpSpPr>
      <p:grpSpPr>
        <a:xfrm>
          <a:off x="0" y="0"/>
          <a:ext cx="0" cy="0"/>
          <a:chOff x="0" y="0"/>
          <a:chExt cx="0" cy="0"/>
        </a:xfrm>
      </p:grpSpPr>
      <p:sp>
        <p:nvSpPr>
          <p:cNvPr id="824" name="Google Shape;824;p155"/>
          <p:cNvSpPr txBox="1">
            <a:spLocks noGrp="1"/>
          </p:cNvSpPr>
          <p:nvPr>
            <p:ph type="title"/>
          </p:nvPr>
        </p:nvSpPr>
        <p:spPr>
          <a:xfrm>
            <a:off x="623888" y="1282305"/>
            <a:ext cx="7886700" cy="21396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lt1"/>
              </a:buClr>
              <a:buSzPts val="4500"/>
              <a:buFont typeface="Century Gothic"/>
              <a:buNone/>
              <a:defRPr sz="45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25" name="Google Shape;825;p155"/>
          <p:cNvSpPr txBox="1">
            <a:spLocks noGrp="1"/>
          </p:cNvSpPr>
          <p:nvPr>
            <p:ph type="body" idx="1"/>
          </p:nvPr>
        </p:nvSpPr>
        <p:spPr>
          <a:xfrm>
            <a:off x="623888" y="3442098"/>
            <a:ext cx="7886700" cy="11253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1700"/>
              </a:spcBef>
              <a:spcAft>
                <a:spcPts val="0"/>
              </a:spcAft>
              <a:buClr>
                <a:schemeClr val="lt1"/>
              </a:buClr>
              <a:buSzPts val="1800"/>
              <a:buNone/>
              <a:defRPr sz="1800">
                <a:solidFill>
                  <a:schemeClr val="lt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826" name="Google Shape;826;p15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1100">
                <a:solidFill>
                  <a:schemeClr val="lt1"/>
                </a:solidFill>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827" name="Google Shape;827;p15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1100">
                <a:solidFill>
                  <a:schemeClr val="lt1"/>
                </a:solidFill>
              </a:defRPr>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828" name="Google Shape;828;p155"/>
          <p:cNvSpPr txBox="1">
            <a:spLocks noGrp="1"/>
          </p:cNvSpPr>
          <p:nvPr>
            <p:ph type="sldNum" idx="12"/>
          </p:nvPr>
        </p:nvSpPr>
        <p:spPr>
          <a:xfrm>
            <a:off x="-19050" y="4767263"/>
            <a:ext cx="2057400" cy="273900"/>
          </a:xfrm>
          <a:prstGeom prst="rect">
            <a:avLst/>
          </a:prstGeom>
          <a:noFill/>
          <a:ln>
            <a:noFill/>
          </a:ln>
        </p:spPr>
        <p:txBody>
          <a:bodyPr spcFirstLastPara="1" wrap="square" lIns="68575" tIns="34275" rIns="68575" bIns="34275" anchor="ctr" anchorCtr="0">
            <a:noAutofit/>
          </a:bodyPr>
          <a:lstStyle>
            <a:lvl1pPr marL="0" lvl="0" indent="0" algn="l">
              <a:spcBef>
                <a:spcPts val="0"/>
              </a:spcBef>
              <a:buNone/>
              <a:defRPr sz="900">
                <a:solidFill>
                  <a:schemeClr val="lt1"/>
                </a:solidFill>
                <a:latin typeface="Helvetica Neue"/>
                <a:ea typeface="Helvetica Neue"/>
                <a:cs typeface="Helvetica Neue"/>
                <a:sym typeface="Helvetica Neue"/>
              </a:defRPr>
            </a:lvl1pPr>
            <a:lvl2pPr marL="0" lvl="1" indent="0" algn="l">
              <a:spcBef>
                <a:spcPts val="0"/>
              </a:spcBef>
              <a:buNone/>
              <a:defRPr sz="900">
                <a:solidFill>
                  <a:schemeClr val="lt1"/>
                </a:solidFill>
                <a:latin typeface="Helvetica Neue"/>
                <a:ea typeface="Helvetica Neue"/>
                <a:cs typeface="Helvetica Neue"/>
                <a:sym typeface="Helvetica Neue"/>
              </a:defRPr>
            </a:lvl2pPr>
            <a:lvl3pPr marL="0" lvl="2" indent="0" algn="l">
              <a:spcBef>
                <a:spcPts val="0"/>
              </a:spcBef>
              <a:buNone/>
              <a:defRPr sz="900">
                <a:solidFill>
                  <a:schemeClr val="lt1"/>
                </a:solidFill>
                <a:latin typeface="Helvetica Neue"/>
                <a:ea typeface="Helvetica Neue"/>
                <a:cs typeface="Helvetica Neue"/>
                <a:sym typeface="Helvetica Neue"/>
              </a:defRPr>
            </a:lvl3pPr>
            <a:lvl4pPr marL="0" lvl="3" indent="0" algn="l">
              <a:spcBef>
                <a:spcPts val="0"/>
              </a:spcBef>
              <a:buNone/>
              <a:defRPr sz="900">
                <a:solidFill>
                  <a:schemeClr val="lt1"/>
                </a:solidFill>
                <a:latin typeface="Helvetica Neue"/>
                <a:ea typeface="Helvetica Neue"/>
                <a:cs typeface="Helvetica Neue"/>
                <a:sym typeface="Helvetica Neue"/>
              </a:defRPr>
            </a:lvl4pPr>
            <a:lvl5pPr marL="0" lvl="4" indent="0" algn="l">
              <a:spcBef>
                <a:spcPts val="0"/>
              </a:spcBef>
              <a:buNone/>
              <a:defRPr sz="900">
                <a:solidFill>
                  <a:schemeClr val="lt1"/>
                </a:solidFill>
                <a:latin typeface="Helvetica Neue"/>
                <a:ea typeface="Helvetica Neue"/>
                <a:cs typeface="Helvetica Neue"/>
                <a:sym typeface="Helvetica Neue"/>
              </a:defRPr>
            </a:lvl5pPr>
            <a:lvl6pPr marL="0" lvl="5" indent="0" algn="l">
              <a:spcBef>
                <a:spcPts val="0"/>
              </a:spcBef>
              <a:buNone/>
              <a:defRPr sz="900">
                <a:solidFill>
                  <a:schemeClr val="lt1"/>
                </a:solidFill>
                <a:latin typeface="Helvetica Neue"/>
                <a:ea typeface="Helvetica Neue"/>
                <a:cs typeface="Helvetica Neue"/>
                <a:sym typeface="Helvetica Neue"/>
              </a:defRPr>
            </a:lvl6pPr>
            <a:lvl7pPr marL="0" lvl="6" indent="0" algn="l">
              <a:spcBef>
                <a:spcPts val="0"/>
              </a:spcBef>
              <a:buNone/>
              <a:defRPr sz="900">
                <a:solidFill>
                  <a:schemeClr val="lt1"/>
                </a:solidFill>
                <a:latin typeface="Helvetica Neue"/>
                <a:ea typeface="Helvetica Neue"/>
                <a:cs typeface="Helvetica Neue"/>
                <a:sym typeface="Helvetica Neue"/>
              </a:defRPr>
            </a:lvl7pPr>
            <a:lvl8pPr marL="0" lvl="7" indent="0" algn="l">
              <a:spcBef>
                <a:spcPts val="0"/>
              </a:spcBef>
              <a:buNone/>
              <a:defRPr sz="900">
                <a:solidFill>
                  <a:schemeClr val="lt1"/>
                </a:solidFill>
                <a:latin typeface="Helvetica Neue"/>
                <a:ea typeface="Helvetica Neue"/>
                <a:cs typeface="Helvetica Neue"/>
                <a:sym typeface="Helvetica Neue"/>
              </a:defRPr>
            </a:lvl8pPr>
            <a:lvl9pPr marL="0" lvl="8" indent="0" algn="l">
              <a:spcBef>
                <a:spcPts val="0"/>
              </a:spcBef>
              <a:buNone/>
              <a:defRPr sz="900">
                <a:solidFill>
                  <a:schemeClr val="lt1"/>
                </a:solidFill>
                <a:latin typeface="Helvetica Neue"/>
                <a:ea typeface="Helvetica Neue"/>
                <a:cs typeface="Helvetica Neue"/>
                <a:sym typeface="Helvetica Neu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4.xml"/><Relationship Id="rId18" Type="http://schemas.openxmlformats.org/officeDocument/2006/relationships/slideLayout" Target="../slideLayouts/slideLayout39.xml"/><Relationship Id="rId26" Type="http://schemas.openxmlformats.org/officeDocument/2006/relationships/slideLayout" Target="../slideLayouts/slideLayout47.xml"/><Relationship Id="rId3" Type="http://schemas.openxmlformats.org/officeDocument/2006/relationships/slideLayout" Target="../slideLayouts/slideLayout24.xml"/><Relationship Id="rId21" Type="http://schemas.openxmlformats.org/officeDocument/2006/relationships/slideLayout" Target="../slideLayouts/slideLayout42.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5" Type="http://schemas.openxmlformats.org/officeDocument/2006/relationships/slideLayout" Target="../slideLayouts/slideLayout46.xml"/><Relationship Id="rId33" Type="http://schemas.openxmlformats.org/officeDocument/2006/relationships/image" Target="../media/image2.png"/><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29" Type="http://schemas.openxmlformats.org/officeDocument/2006/relationships/slideLayout" Target="../slideLayouts/slideLayout50.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24" Type="http://schemas.openxmlformats.org/officeDocument/2006/relationships/slideLayout" Target="../slideLayouts/slideLayout45.xml"/><Relationship Id="rId32" Type="http://schemas.openxmlformats.org/officeDocument/2006/relationships/theme" Target="../theme/theme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slideLayout" Target="../slideLayouts/slideLayout44.xml"/><Relationship Id="rId28" Type="http://schemas.openxmlformats.org/officeDocument/2006/relationships/slideLayout" Target="../slideLayouts/slideLayout49.xml"/><Relationship Id="rId10" Type="http://schemas.openxmlformats.org/officeDocument/2006/relationships/slideLayout" Target="../slideLayouts/slideLayout31.xml"/><Relationship Id="rId19" Type="http://schemas.openxmlformats.org/officeDocument/2006/relationships/slideLayout" Target="../slideLayouts/slideLayout40.xml"/><Relationship Id="rId31" Type="http://schemas.openxmlformats.org/officeDocument/2006/relationships/slideLayout" Target="../slideLayouts/slideLayout52.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slideLayout" Target="../slideLayouts/slideLayout43.xml"/><Relationship Id="rId27" Type="http://schemas.openxmlformats.org/officeDocument/2006/relationships/slideLayout" Target="../slideLayouts/slideLayout48.xml"/><Relationship Id="rId30" Type="http://schemas.openxmlformats.org/officeDocument/2006/relationships/slideLayout" Target="../slideLayouts/slideLayout51.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29" Type="http://schemas.openxmlformats.org/officeDocument/2006/relationships/slideLayout" Target="../slideLayouts/slideLayout81.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slideLayout" Target="../slideLayouts/slideLayout80.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31" Type="http://schemas.openxmlformats.org/officeDocument/2006/relationships/image" Target="../media/image1.png"/><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slideLayout" Target="../slideLayouts/slideLayout79.xml"/><Relationship Id="rId30"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slideLayout" Target="../slideLayouts/slideLayout94.xml"/><Relationship Id="rId18" Type="http://schemas.openxmlformats.org/officeDocument/2006/relationships/slideLayout" Target="../slideLayouts/slideLayout99.xml"/><Relationship Id="rId26" Type="http://schemas.openxmlformats.org/officeDocument/2006/relationships/slideLayout" Target="../slideLayouts/slideLayout107.xml"/><Relationship Id="rId3" Type="http://schemas.openxmlformats.org/officeDocument/2006/relationships/slideLayout" Target="../slideLayouts/slideLayout84.xml"/><Relationship Id="rId21" Type="http://schemas.openxmlformats.org/officeDocument/2006/relationships/slideLayout" Target="../slideLayouts/slideLayout102.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5" Type="http://schemas.openxmlformats.org/officeDocument/2006/relationships/slideLayout" Target="../slideLayouts/slideLayout106.xml"/><Relationship Id="rId2" Type="http://schemas.openxmlformats.org/officeDocument/2006/relationships/slideLayout" Target="../slideLayouts/slideLayout83.xml"/><Relationship Id="rId16" Type="http://schemas.openxmlformats.org/officeDocument/2006/relationships/slideLayout" Target="../slideLayouts/slideLayout97.xml"/><Relationship Id="rId20" Type="http://schemas.openxmlformats.org/officeDocument/2006/relationships/slideLayout" Target="../slideLayouts/slideLayout101.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24" Type="http://schemas.openxmlformats.org/officeDocument/2006/relationships/slideLayout" Target="../slideLayouts/slideLayout105.xml"/><Relationship Id="rId5" Type="http://schemas.openxmlformats.org/officeDocument/2006/relationships/slideLayout" Target="../slideLayouts/slideLayout86.xml"/><Relationship Id="rId15" Type="http://schemas.openxmlformats.org/officeDocument/2006/relationships/slideLayout" Target="../slideLayouts/slideLayout96.xml"/><Relationship Id="rId23" Type="http://schemas.openxmlformats.org/officeDocument/2006/relationships/slideLayout" Target="../slideLayouts/slideLayout104.xml"/><Relationship Id="rId28" Type="http://schemas.openxmlformats.org/officeDocument/2006/relationships/image" Target="../media/image1.png"/><Relationship Id="rId10" Type="http://schemas.openxmlformats.org/officeDocument/2006/relationships/slideLayout" Target="../slideLayouts/slideLayout91.xml"/><Relationship Id="rId19" Type="http://schemas.openxmlformats.org/officeDocument/2006/relationships/slideLayout" Target="../slideLayouts/slideLayout100.xml"/><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 Id="rId22" Type="http://schemas.openxmlformats.org/officeDocument/2006/relationships/slideLayout" Target="../slideLayouts/slideLayout103.xml"/><Relationship Id="rId27"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15.xml"/><Relationship Id="rId13" Type="http://schemas.openxmlformats.org/officeDocument/2006/relationships/slideLayout" Target="../slideLayouts/slideLayout120.xml"/><Relationship Id="rId18" Type="http://schemas.openxmlformats.org/officeDocument/2006/relationships/slideLayout" Target="../slideLayouts/slideLayout125.xml"/><Relationship Id="rId3" Type="http://schemas.openxmlformats.org/officeDocument/2006/relationships/slideLayout" Target="../slideLayouts/slideLayout110.xml"/><Relationship Id="rId21" Type="http://schemas.openxmlformats.org/officeDocument/2006/relationships/slideLayout" Target="../slideLayouts/slideLayout128.xml"/><Relationship Id="rId7" Type="http://schemas.openxmlformats.org/officeDocument/2006/relationships/slideLayout" Target="../slideLayouts/slideLayout114.xml"/><Relationship Id="rId12" Type="http://schemas.openxmlformats.org/officeDocument/2006/relationships/slideLayout" Target="../slideLayouts/slideLayout119.xml"/><Relationship Id="rId17" Type="http://schemas.openxmlformats.org/officeDocument/2006/relationships/slideLayout" Target="../slideLayouts/slideLayout124.xml"/><Relationship Id="rId2" Type="http://schemas.openxmlformats.org/officeDocument/2006/relationships/slideLayout" Target="../slideLayouts/slideLayout109.xml"/><Relationship Id="rId16" Type="http://schemas.openxmlformats.org/officeDocument/2006/relationships/slideLayout" Target="../slideLayouts/slideLayout123.xml"/><Relationship Id="rId20" Type="http://schemas.openxmlformats.org/officeDocument/2006/relationships/slideLayout" Target="../slideLayouts/slideLayout127.xml"/><Relationship Id="rId1" Type="http://schemas.openxmlformats.org/officeDocument/2006/relationships/slideLayout" Target="../slideLayouts/slideLayout108.xml"/><Relationship Id="rId6" Type="http://schemas.openxmlformats.org/officeDocument/2006/relationships/slideLayout" Target="../slideLayouts/slideLayout113.xml"/><Relationship Id="rId11" Type="http://schemas.openxmlformats.org/officeDocument/2006/relationships/slideLayout" Target="../slideLayouts/slideLayout118.xml"/><Relationship Id="rId5" Type="http://schemas.openxmlformats.org/officeDocument/2006/relationships/slideLayout" Target="../slideLayouts/slideLayout112.xml"/><Relationship Id="rId15" Type="http://schemas.openxmlformats.org/officeDocument/2006/relationships/slideLayout" Target="../slideLayouts/slideLayout122.xml"/><Relationship Id="rId23" Type="http://schemas.openxmlformats.org/officeDocument/2006/relationships/image" Target="../media/image1.png"/><Relationship Id="rId10" Type="http://schemas.openxmlformats.org/officeDocument/2006/relationships/slideLayout" Target="../slideLayouts/slideLayout117.xml"/><Relationship Id="rId19" Type="http://schemas.openxmlformats.org/officeDocument/2006/relationships/slideLayout" Target="../slideLayouts/slideLayout126.xml"/><Relationship Id="rId4" Type="http://schemas.openxmlformats.org/officeDocument/2006/relationships/slideLayout" Target="../slideLayouts/slideLayout111.xml"/><Relationship Id="rId9" Type="http://schemas.openxmlformats.org/officeDocument/2006/relationships/slideLayout" Target="../slideLayouts/slideLayout116.xml"/><Relationship Id="rId14" Type="http://schemas.openxmlformats.org/officeDocument/2006/relationships/slideLayout" Target="../slideLayouts/slideLayout121.xml"/><Relationship Id="rId2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36.xml"/><Relationship Id="rId13" Type="http://schemas.openxmlformats.org/officeDocument/2006/relationships/slideLayout" Target="../slideLayouts/slideLayout141.xml"/><Relationship Id="rId18" Type="http://schemas.openxmlformats.org/officeDocument/2006/relationships/slideLayout" Target="../slideLayouts/slideLayout146.xml"/><Relationship Id="rId3" Type="http://schemas.openxmlformats.org/officeDocument/2006/relationships/slideLayout" Target="../slideLayouts/slideLayout131.xml"/><Relationship Id="rId21" Type="http://schemas.openxmlformats.org/officeDocument/2006/relationships/slideLayout" Target="../slideLayouts/slideLayout149.xml"/><Relationship Id="rId7" Type="http://schemas.openxmlformats.org/officeDocument/2006/relationships/slideLayout" Target="../slideLayouts/slideLayout135.xml"/><Relationship Id="rId12" Type="http://schemas.openxmlformats.org/officeDocument/2006/relationships/slideLayout" Target="../slideLayouts/slideLayout140.xml"/><Relationship Id="rId17" Type="http://schemas.openxmlformats.org/officeDocument/2006/relationships/slideLayout" Target="../slideLayouts/slideLayout145.xml"/><Relationship Id="rId2" Type="http://schemas.openxmlformats.org/officeDocument/2006/relationships/slideLayout" Target="../slideLayouts/slideLayout130.xml"/><Relationship Id="rId16" Type="http://schemas.openxmlformats.org/officeDocument/2006/relationships/slideLayout" Target="../slideLayouts/slideLayout144.xml"/><Relationship Id="rId20" Type="http://schemas.openxmlformats.org/officeDocument/2006/relationships/slideLayout" Target="../slideLayouts/slideLayout148.xml"/><Relationship Id="rId1" Type="http://schemas.openxmlformats.org/officeDocument/2006/relationships/slideLayout" Target="../slideLayouts/slideLayout129.xml"/><Relationship Id="rId6" Type="http://schemas.openxmlformats.org/officeDocument/2006/relationships/slideLayout" Target="../slideLayouts/slideLayout134.xml"/><Relationship Id="rId11" Type="http://schemas.openxmlformats.org/officeDocument/2006/relationships/slideLayout" Target="../slideLayouts/slideLayout139.xml"/><Relationship Id="rId5" Type="http://schemas.openxmlformats.org/officeDocument/2006/relationships/slideLayout" Target="../slideLayouts/slideLayout133.xml"/><Relationship Id="rId15" Type="http://schemas.openxmlformats.org/officeDocument/2006/relationships/slideLayout" Target="../slideLayouts/slideLayout143.xml"/><Relationship Id="rId23" Type="http://schemas.openxmlformats.org/officeDocument/2006/relationships/image" Target="../media/image2.png"/><Relationship Id="rId10" Type="http://schemas.openxmlformats.org/officeDocument/2006/relationships/slideLayout" Target="../slideLayouts/slideLayout138.xml"/><Relationship Id="rId19" Type="http://schemas.openxmlformats.org/officeDocument/2006/relationships/slideLayout" Target="../slideLayouts/slideLayout147.xml"/><Relationship Id="rId4" Type="http://schemas.openxmlformats.org/officeDocument/2006/relationships/slideLayout" Target="../slideLayouts/slideLayout132.xml"/><Relationship Id="rId9" Type="http://schemas.openxmlformats.org/officeDocument/2006/relationships/slideLayout" Target="../slideLayouts/slideLayout137.xml"/><Relationship Id="rId14" Type="http://schemas.openxmlformats.org/officeDocument/2006/relationships/slideLayout" Target="../slideLayouts/slideLayout142.xml"/><Relationship Id="rId22"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85206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1pPr>
            <a:lvl2pPr marL="914400" lvl="1"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2pPr>
            <a:lvl3pPr marL="1371600" lvl="2"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3pPr>
            <a:lvl4pPr marL="1828800" lvl="3"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4pPr>
            <a:lvl5pPr marL="2286000" lvl="4"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5pPr>
            <a:lvl6pPr marL="2743200" lvl="5"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6pPr>
            <a:lvl7pPr marL="3200400" lvl="6"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7pPr>
            <a:lvl8pPr marL="3657600" lvl="7"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8pPr>
            <a:lvl9pPr marL="4114800" lvl="8"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23">
            <a:alphaModFix/>
          </a:blip>
          <a:stretch>
            <a:fillRect/>
          </a:stretch>
        </p:blipFill>
        <p:spPr>
          <a:xfrm>
            <a:off x="0" y="4983478"/>
            <a:ext cx="457200" cy="16002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18"/>
        <p:cNvGrpSpPr/>
        <p:nvPr/>
      </p:nvGrpSpPr>
      <p:grpSpPr>
        <a:xfrm>
          <a:off x="0" y="0"/>
          <a:ext cx="0" cy="0"/>
          <a:chOff x="0" y="0"/>
          <a:chExt cx="0" cy="0"/>
        </a:xfrm>
      </p:grpSpPr>
      <p:sp>
        <p:nvSpPr>
          <p:cNvPr id="119" name="Google Shape;119;p23"/>
          <p:cNvSpPr txBox="1">
            <a:spLocks noGrp="1"/>
          </p:cNvSpPr>
          <p:nvPr>
            <p:ph type="title"/>
          </p:nvPr>
        </p:nvSpPr>
        <p:spPr>
          <a:xfrm>
            <a:off x="0" y="0"/>
            <a:ext cx="85206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120" name="Google Shape;120;p23"/>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1pPr>
            <a:lvl2pPr marL="914400" lvl="1"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2pPr>
            <a:lvl3pPr marL="1371600" lvl="2"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3pPr>
            <a:lvl4pPr marL="1828800" lvl="3"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4pPr>
            <a:lvl5pPr marL="2286000" lvl="4"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5pPr>
            <a:lvl6pPr marL="2743200" lvl="5"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6pPr>
            <a:lvl7pPr marL="3200400" lvl="6"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7pPr>
            <a:lvl8pPr marL="3657600" lvl="7"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8pPr>
            <a:lvl9pPr marL="4114800" lvl="8"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9pPr>
          </a:lstStyle>
          <a:p>
            <a:endParaRPr/>
          </a:p>
        </p:txBody>
      </p:sp>
      <p:sp>
        <p:nvSpPr>
          <p:cNvPr id="121" name="Google Shape;121;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pic>
        <p:nvPicPr>
          <p:cNvPr id="122" name="Google Shape;122;p23"/>
          <p:cNvPicPr preferRelativeResize="0"/>
          <p:nvPr/>
        </p:nvPicPr>
        <p:blipFill>
          <a:blip r:embed="rId33">
            <a:alphaModFix/>
          </a:blip>
          <a:stretch>
            <a:fillRect/>
          </a:stretch>
        </p:blipFill>
        <p:spPr>
          <a:xfrm>
            <a:off x="0" y="4983478"/>
            <a:ext cx="457200" cy="16002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296"/>
        <p:cNvGrpSpPr/>
        <p:nvPr/>
      </p:nvGrpSpPr>
      <p:grpSpPr>
        <a:xfrm>
          <a:off x="0" y="0"/>
          <a:ext cx="0" cy="0"/>
          <a:chOff x="0" y="0"/>
          <a:chExt cx="0" cy="0"/>
        </a:xfrm>
      </p:grpSpPr>
      <p:sp>
        <p:nvSpPr>
          <p:cNvPr id="297" name="Google Shape;297;p55"/>
          <p:cNvSpPr txBox="1">
            <a:spLocks noGrp="1"/>
          </p:cNvSpPr>
          <p:nvPr>
            <p:ph type="title"/>
          </p:nvPr>
        </p:nvSpPr>
        <p:spPr>
          <a:xfrm>
            <a:off x="0" y="0"/>
            <a:ext cx="85206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298" name="Google Shape;298;p55"/>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1pPr>
            <a:lvl2pPr marL="914400" lvl="1"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2pPr>
            <a:lvl3pPr marL="1371600" lvl="2"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3pPr>
            <a:lvl4pPr marL="1828800" lvl="3"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4pPr>
            <a:lvl5pPr marL="2286000" lvl="4"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5pPr>
            <a:lvl6pPr marL="2743200" lvl="5"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6pPr>
            <a:lvl7pPr marL="3200400" lvl="6"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7pPr>
            <a:lvl8pPr marL="3657600" lvl="7"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8pPr>
            <a:lvl9pPr marL="4114800" lvl="8"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9pPr>
          </a:lstStyle>
          <a:p>
            <a:endParaRPr/>
          </a:p>
        </p:txBody>
      </p:sp>
      <p:sp>
        <p:nvSpPr>
          <p:cNvPr id="299" name="Google Shape;299;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pic>
        <p:nvPicPr>
          <p:cNvPr id="300" name="Google Shape;300;p55"/>
          <p:cNvPicPr preferRelativeResize="0"/>
          <p:nvPr/>
        </p:nvPicPr>
        <p:blipFill>
          <a:blip r:embed="rId31">
            <a:alphaModFix/>
          </a:blip>
          <a:stretch>
            <a:fillRect/>
          </a:stretch>
        </p:blipFill>
        <p:spPr>
          <a:xfrm>
            <a:off x="0" y="4983478"/>
            <a:ext cx="457200" cy="16002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462"/>
        <p:cNvGrpSpPr/>
        <p:nvPr/>
      </p:nvGrpSpPr>
      <p:grpSpPr>
        <a:xfrm>
          <a:off x="0" y="0"/>
          <a:ext cx="0" cy="0"/>
          <a:chOff x="0" y="0"/>
          <a:chExt cx="0" cy="0"/>
        </a:xfrm>
      </p:grpSpPr>
      <p:sp>
        <p:nvSpPr>
          <p:cNvPr id="463" name="Google Shape;463;p85"/>
          <p:cNvSpPr txBox="1">
            <a:spLocks noGrp="1"/>
          </p:cNvSpPr>
          <p:nvPr>
            <p:ph type="title"/>
          </p:nvPr>
        </p:nvSpPr>
        <p:spPr>
          <a:xfrm>
            <a:off x="0" y="0"/>
            <a:ext cx="85206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464" name="Google Shape;464;p85"/>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1pPr>
            <a:lvl2pPr marL="914400" lvl="1"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2pPr>
            <a:lvl3pPr marL="1371600" lvl="2"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3pPr>
            <a:lvl4pPr marL="1828800" lvl="3"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4pPr>
            <a:lvl5pPr marL="2286000" lvl="4"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5pPr>
            <a:lvl6pPr marL="2743200" lvl="5"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6pPr>
            <a:lvl7pPr marL="3200400" lvl="6"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7pPr>
            <a:lvl8pPr marL="3657600" lvl="7"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8pPr>
            <a:lvl9pPr marL="4114800" lvl="8"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9pPr>
          </a:lstStyle>
          <a:p>
            <a:endParaRPr/>
          </a:p>
        </p:txBody>
      </p:sp>
      <p:sp>
        <p:nvSpPr>
          <p:cNvPr id="465" name="Google Shape;465;p8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pic>
        <p:nvPicPr>
          <p:cNvPr id="466" name="Google Shape;466;p85"/>
          <p:cNvPicPr preferRelativeResize="0"/>
          <p:nvPr/>
        </p:nvPicPr>
        <p:blipFill>
          <a:blip r:embed="rId28">
            <a:alphaModFix/>
          </a:blip>
          <a:stretch>
            <a:fillRect/>
          </a:stretch>
        </p:blipFill>
        <p:spPr>
          <a:xfrm>
            <a:off x="0" y="4983478"/>
            <a:ext cx="457200" cy="16002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601"/>
        <p:cNvGrpSpPr/>
        <p:nvPr/>
      </p:nvGrpSpPr>
      <p:grpSpPr>
        <a:xfrm>
          <a:off x="0" y="0"/>
          <a:ext cx="0" cy="0"/>
          <a:chOff x="0" y="0"/>
          <a:chExt cx="0" cy="0"/>
        </a:xfrm>
      </p:grpSpPr>
      <p:sp>
        <p:nvSpPr>
          <p:cNvPr id="602" name="Google Shape;602;p112"/>
          <p:cNvSpPr txBox="1">
            <a:spLocks noGrp="1"/>
          </p:cNvSpPr>
          <p:nvPr>
            <p:ph type="title"/>
          </p:nvPr>
        </p:nvSpPr>
        <p:spPr>
          <a:xfrm>
            <a:off x="0" y="0"/>
            <a:ext cx="85206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603" name="Google Shape;603;p112"/>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1pPr>
            <a:lvl2pPr marL="914400" lvl="1"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2pPr>
            <a:lvl3pPr marL="1371600" lvl="2"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3pPr>
            <a:lvl4pPr marL="1828800" lvl="3"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4pPr>
            <a:lvl5pPr marL="2286000" lvl="4"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5pPr>
            <a:lvl6pPr marL="2743200" lvl="5"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6pPr>
            <a:lvl7pPr marL="3200400" lvl="6"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7pPr>
            <a:lvl8pPr marL="3657600" lvl="7"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8pPr>
            <a:lvl9pPr marL="4114800" lvl="8" indent="-330200" rtl="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9pPr>
          </a:lstStyle>
          <a:p>
            <a:endParaRPr/>
          </a:p>
        </p:txBody>
      </p:sp>
      <p:sp>
        <p:nvSpPr>
          <p:cNvPr id="604" name="Google Shape;604;p1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pic>
        <p:nvPicPr>
          <p:cNvPr id="605" name="Google Shape;605;p112"/>
          <p:cNvPicPr preferRelativeResize="0"/>
          <p:nvPr/>
        </p:nvPicPr>
        <p:blipFill>
          <a:blip r:embed="rId23">
            <a:alphaModFix/>
          </a:blip>
          <a:stretch>
            <a:fillRect/>
          </a:stretch>
        </p:blipFill>
        <p:spPr>
          <a:xfrm>
            <a:off x="0" y="4983478"/>
            <a:ext cx="457200" cy="16002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713"/>
        <p:cNvGrpSpPr/>
        <p:nvPr/>
      </p:nvGrpSpPr>
      <p:grpSpPr>
        <a:xfrm>
          <a:off x="0" y="0"/>
          <a:ext cx="0" cy="0"/>
          <a:chOff x="0" y="0"/>
          <a:chExt cx="0" cy="0"/>
        </a:xfrm>
      </p:grpSpPr>
      <p:sp>
        <p:nvSpPr>
          <p:cNvPr id="714" name="Google Shape;714;p134"/>
          <p:cNvSpPr txBox="1">
            <a:spLocks noGrp="1"/>
          </p:cNvSpPr>
          <p:nvPr>
            <p:ph type="title"/>
          </p:nvPr>
        </p:nvSpPr>
        <p:spPr>
          <a:xfrm>
            <a:off x="0" y="0"/>
            <a:ext cx="8520600" cy="39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15" name="Google Shape;715;p134"/>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1pPr>
            <a:lvl2pPr marL="914400" lvl="1" indent="-33020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2pPr>
            <a:lvl3pPr marL="1371600" lvl="2" indent="-33020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3pPr>
            <a:lvl4pPr marL="1828800" lvl="3" indent="-33020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4pPr>
            <a:lvl5pPr marL="2286000" lvl="4" indent="-33020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5pPr>
            <a:lvl6pPr marL="2743200" lvl="5" indent="-33020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6pPr>
            <a:lvl7pPr marL="3200400" lvl="6" indent="-33020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7pPr>
            <a:lvl8pPr marL="3657600" lvl="7" indent="-33020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8pPr>
            <a:lvl9pPr marL="4114800" lvl="8" indent="-330200">
              <a:lnSpc>
                <a:spcPct val="100000"/>
              </a:lnSpc>
              <a:spcBef>
                <a:spcPts val="60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9pPr>
          </a:lstStyle>
          <a:p>
            <a:endParaRPr/>
          </a:p>
        </p:txBody>
      </p:sp>
      <p:sp>
        <p:nvSpPr>
          <p:cNvPr id="716" name="Google Shape;716;p1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pic>
        <p:nvPicPr>
          <p:cNvPr id="717" name="Google Shape;717;p134"/>
          <p:cNvPicPr preferRelativeResize="0"/>
          <p:nvPr/>
        </p:nvPicPr>
        <p:blipFill>
          <a:blip r:embed="rId23">
            <a:alphaModFix/>
          </a:blip>
          <a:stretch>
            <a:fillRect/>
          </a:stretch>
        </p:blipFill>
        <p:spPr>
          <a:xfrm>
            <a:off x="0" y="4983478"/>
            <a:ext cx="457200" cy="16002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 id="2147483790" r:id="rId15"/>
    <p:sldLayoutId id="2147483791" r:id="rId16"/>
    <p:sldLayoutId id="2147483792" r:id="rId17"/>
    <p:sldLayoutId id="2147483793" r:id="rId18"/>
    <p:sldLayoutId id="2147483794" r:id="rId19"/>
    <p:sldLayoutId id="2147483795" r:id="rId20"/>
    <p:sldLayoutId id="2147483796"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s100.org/sp23/ack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10.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0.xml"/></Relationships>
</file>

<file path=ppt/slides/_rels/slide5.xml.rels><?xml version="1.0" encoding="UTF-8" standalone="yes"?>
<Relationships xmlns="http://schemas.openxmlformats.org/package/2006/relationships"><Relationship Id="rId3" Type="http://schemas.openxmlformats.org/officeDocument/2006/relationships/hyperlink" Target="https://pandas.pydata.org/pandas-docs/stable/reference/api/pandas.Series.dtype.html?highlight=series%20dtype#pandas.Series.dtype" TargetMode="External"/><Relationship Id="rId2" Type="http://schemas.openxmlformats.org/officeDocument/2006/relationships/notesSlide" Target="../notesSlides/notesSlide5.xml"/><Relationship Id="rId1" Type="http://schemas.openxmlformats.org/officeDocument/2006/relationships/slideLayout" Target="../slideLayouts/slideLayout13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5.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5.xml"/></Relationships>
</file>

<file path=ppt/slides/_rels/slide18.xml.rels><?xml version="1.0" encoding="UTF-8" standalone="yes"?>
<Relationships xmlns="http://schemas.openxmlformats.org/package/2006/relationships"><Relationship Id="rId3" Type="http://schemas.openxmlformats.org/officeDocument/2006/relationships/hyperlink" Target="https://en.wikipedia.org/wiki/Coordinated_Universal_Time" TargetMode="External"/><Relationship Id="rId2" Type="http://schemas.openxmlformats.org/officeDocument/2006/relationships/notesSlide" Target="../notesSlides/notesSlide18.xml"/><Relationship Id="rId1" Type="http://schemas.openxmlformats.org/officeDocument/2006/relationships/slideLayout" Target="../slideLayouts/slideLayout55.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156"/>
          <p:cNvSpPr txBox="1">
            <a:spLocks noGrp="1"/>
          </p:cNvSpPr>
          <p:nvPr>
            <p:ph type="ctrTitle"/>
          </p:nvPr>
        </p:nvSpPr>
        <p:spPr>
          <a:xfrm>
            <a:off x="311708" y="1050575"/>
            <a:ext cx="8520600" cy="205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700"/>
              <a:t>EDA &amp; Wrangling Using Pandas</a:t>
            </a:r>
            <a:endParaRPr sz="3200"/>
          </a:p>
        </p:txBody>
      </p:sp>
      <p:sp>
        <p:nvSpPr>
          <p:cNvPr id="834" name="Google Shape;834;p156"/>
          <p:cNvSpPr txBox="1">
            <a:spLocks noGrp="1"/>
          </p:cNvSpPr>
          <p:nvPr>
            <p:ph type="subTitle" idx="1"/>
          </p:nvPr>
        </p:nvSpPr>
        <p:spPr>
          <a:xfrm>
            <a:off x="311700" y="3103163"/>
            <a:ext cx="8520600" cy="445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800">
                <a:solidFill>
                  <a:srgbClr val="666666"/>
                </a:solidFill>
              </a:rPr>
              <a:t>Using Pandas for Exploratory Data Analysis</a:t>
            </a:r>
            <a:endParaRPr sz="1800">
              <a:solidFill>
                <a:srgbClr val="666666"/>
              </a:solidFill>
            </a:endParaRPr>
          </a:p>
        </p:txBody>
      </p:sp>
      <p:sp>
        <p:nvSpPr>
          <p:cNvPr id="835" name="Google Shape;835;p156"/>
          <p:cNvSpPr txBox="1"/>
          <p:nvPr/>
        </p:nvSpPr>
        <p:spPr>
          <a:xfrm>
            <a:off x="311700" y="2076800"/>
            <a:ext cx="1150200" cy="28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BF9000"/>
                </a:solidFill>
                <a:latin typeface="Roboto Medium"/>
                <a:ea typeface="Roboto Medium"/>
                <a:cs typeface="Roboto Medium"/>
                <a:sym typeface="Roboto Medium"/>
              </a:rPr>
              <a:t>LECTURE 3</a:t>
            </a:r>
            <a:endParaRPr sz="1200">
              <a:solidFill>
                <a:srgbClr val="BF9000"/>
              </a:solidFill>
              <a:latin typeface="Roboto Medium"/>
              <a:ea typeface="Roboto Medium"/>
              <a:cs typeface="Roboto Medium"/>
              <a:sym typeface="Roboto Medium"/>
            </a:endParaRPr>
          </a:p>
        </p:txBody>
      </p:sp>
      <p:sp>
        <p:nvSpPr>
          <p:cNvPr id="836" name="Google Shape;836;p156"/>
          <p:cNvSpPr txBox="1">
            <a:spLocks noGrp="1"/>
          </p:cNvSpPr>
          <p:nvPr>
            <p:ph type="subTitle" idx="1"/>
          </p:nvPr>
        </p:nvSpPr>
        <p:spPr>
          <a:xfrm>
            <a:off x="311700" y="3854350"/>
            <a:ext cx="8520600" cy="658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600" dirty="0">
                <a:latin typeface="Roboto Medium"/>
                <a:ea typeface="Roboto Medium"/>
                <a:cs typeface="Roboto Medium"/>
                <a:sym typeface="Roboto Medium"/>
              </a:rPr>
              <a:t>CSCI 3022 @ CU Boulder</a:t>
            </a:r>
            <a:endParaRPr sz="1600" dirty="0">
              <a:latin typeface="Roboto Medium"/>
              <a:ea typeface="Roboto Medium"/>
              <a:cs typeface="Roboto Medium"/>
              <a:sym typeface="Roboto Medium"/>
            </a:endParaRPr>
          </a:p>
          <a:p>
            <a:pPr marL="0" lvl="0" indent="0" algn="l" rtl="0">
              <a:spcBef>
                <a:spcPts val="600"/>
              </a:spcBef>
              <a:spcAft>
                <a:spcPts val="0"/>
              </a:spcAft>
              <a:buNone/>
            </a:pPr>
            <a:r>
              <a:rPr lang="en" sz="1600" dirty="0"/>
              <a:t>Dr. Osita Onyejekwe</a:t>
            </a:r>
            <a:endParaRPr sz="1600" dirty="0"/>
          </a:p>
          <a:p>
            <a:pPr marL="0" lvl="0" indent="0" algn="l" rtl="0">
              <a:spcBef>
                <a:spcPts val="600"/>
              </a:spcBef>
              <a:spcAft>
                <a:spcPts val="0"/>
              </a:spcAft>
              <a:buClr>
                <a:schemeClr val="dk1"/>
              </a:buClr>
              <a:buSzPts val="1100"/>
              <a:buFont typeface="Arial"/>
              <a:buNone/>
            </a:pPr>
            <a:r>
              <a:rPr lang="en" sz="1600" dirty="0"/>
              <a:t>Content credit: </a:t>
            </a:r>
            <a:r>
              <a:rPr lang="en" sz="1600" u="sng" dirty="0">
                <a:solidFill>
                  <a:schemeClr val="hlink"/>
                </a:solidFill>
                <a:hlinkClick r:id="rId3"/>
              </a:rPr>
              <a:t>Acknowledgments</a:t>
            </a:r>
            <a:endParaRPr sz="1600" dirty="0"/>
          </a:p>
          <a:p>
            <a:pPr marL="0" lvl="0" indent="0" algn="l" rtl="0">
              <a:spcBef>
                <a:spcPts val="600"/>
              </a:spcBef>
              <a:spcAft>
                <a:spcPts val="0"/>
              </a:spcAft>
              <a:buNone/>
            </a:pPr>
            <a:endParaRPr sz="1600" dirty="0"/>
          </a:p>
        </p:txBody>
      </p:sp>
      <p:sp>
        <p:nvSpPr>
          <p:cNvPr id="837" name="Google Shape;837;p1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pic>
        <p:nvPicPr>
          <p:cNvPr id="839" name="Google Shape;839;p156"/>
          <p:cNvPicPr preferRelativeResize="0"/>
          <p:nvPr/>
        </p:nvPicPr>
        <p:blipFill>
          <a:blip r:embed="rId4">
            <a:alphaModFix/>
          </a:blip>
          <a:stretch>
            <a:fillRect/>
          </a:stretch>
        </p:blipFill>
        <p:spPr>
          <a:xfrm>
            <a:off x="6467875" y="127225"/>
            <a:ext cx="2004575" cy="2004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p161"/>
          <p:cNvSpPr txBox="1"/>
          <p:nvPr/>
        </p:nvSpPr>
        <p:spPr>
          <a:xfrm>
            <a:off x="1362300" y="792350"/>
            <a:ext cx="1912200" cy="444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sz="1600">
                <a:solidFill>
                  <a:schemeClr val="dk2"/>
                </a:solidFill>
                <a:latin typeface="Roboto Light"/>
                <a:ea typeface="Roboto Light"/>
                <a:cs typeface="Roboto Light"/>
                <a:sym typeface="Roboto Light"/>
              </a:rPr>
              <a:t>Question &amp; Problem</a:t>
            </a:r>
            <a:endParaRPr sz="1600">
              <a:solidFill>
                <a:schemeClr val="dk2"/>
              </a:solidFill>
              <a:latin typeface="Roboto Light"/>
              <a:ea typeface="Roboto Light"/>
              <a:cs typeface="Roboto Light"/>
              <a:sym typeface="Roboto Light"/>
            </a:endParaRPr>
          </a:p>
          <a:p>
            <a:pPr marL="0" lvl="0" indent="0" algn="r" rtl="0">
              <a:spcBef>
                <a:spcPts val="0"/>
              </a:spcBef>
              <a:spcAft>
                <a:spcPts val="0"/>
              </a:spcAft>
              <a:buNone/>
            </a:pPr>
            <a:r>
              <a:rPr lang="en" sz="1600">
                <a:solidFill>
                  <a:schemeClr val="dk2"/>
                </a:solidFill>
                <a:latin typeface="Roboto Light"/>
                <a:ea typeface="Roboto Light"/>
                <a:cs typeface="Roboto Light"/>
                <a:sym typeface="Roboto Light"/>
              </a:rPr>
              <a:t>Formulation</a:t>
            </a:r>
            <a:endParaRPr sz="1600">
              <a:solidFill>
                <a:schemeClr val="dk2"/>
              </a:solidFill>
              <a:latin typeface="Roboto Light"/>
              <a:ea typeface="Roboto Light"/>
              <a:cs typeface="Roboto Light"/>
              <a:sym typeface="Roboto Light"/>
            </a:endParaRPr>
          </a:p>
        </p:txBody>
      </p:sp>
      <p:sp>
        <p:nvSpPr>
          <p:cNvPr id="877" name="Google Shape;877;p161"/>
          <p:cNvSpPr/>
          <p:nvPr/>
        </p:nvSpPr>
        <p:spPr>
          <a:xfrm>
            <a:off x="3326156" y="872385"/>
            <a:ext cx="352200" cy="383700"/>
          </a:xfrm>
          <a:prstGeom prst="ellipse">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8" name="Google Shape;878;p161"/>
          <p:cNvCxnSpPr>
            <a:endCxn id="877" idx="0"/>
          </p:cNvCxnSpPr>
          <p:nvPr/>
        </p:nvCxnSpPr>
        <p:spPr>
          <a:xfrm>
            <a:off x="3502256" y="588885"/>
            <a:ext cx="0" cy="283500"/>
          </a:xfrm>
          <a:prstGeom prst="straightConnector1">
            <a:avLst/>
          </a:prstGeom>
          <a:noFill/>
          <a:ln w="28575" cap="flat" cmpd="sng">
            <a:solidFill>
              <a:schemeClr val="accent6"/>
            </a:solidFill>
            <a:prstDash val="solid"/>
            <a:round/>
            <a:headEnd type="none" w="med" len="med"/>
            <a:tailEnd type="triangle" w="med" len="med"/>
          </a:ln>
        </p:spPr>
      </p:cxnSp>
      <p:cxnSp>
        <p:nvCxnSpPr>
          <p:cNvPr id="879" name="Google Shape;879;p161"/>
          <p:cNvCxnSpPr>
            <a:endCxn id="880" idx="0"/>
          </p:cNvCxnSpPr>
          <p:nvPr/>
        </p:nvCxnSpPr>
        <p:spPr>
          <a:xfrm>
            <a:off x="5032851" y="588844"/>
            <a:ext cx="0" cy="283500"/>
          </a:xfrm>
          <a:prstGeom prst="straightConnector1">
            <a:avLst/>
          </a:prstGeom>
          <a:noFill/>
          <a:ln w="28575" cap="flat" cmpd="sng">
            <a:solidFill>
              <a:schemeClr val="accent6"/>
            </a:solidFill>
            <a:prstDash val="solid"/>
            <a:round/>
            <a:headEnd type="none" w="med" len="med"/>
            <a:tailEnd type="triangle" w="med" len="med"/>
          </a:ln>
        </p:spPr>
      </p:cxnSp>
      <p:sp>
        <p:nvSpPr>
          <p:cNvPr id="880" name="Google Shape;880;p161"/>
          <p:cNvSpPr/>
          <p:nvPr/>
        </p:nvSpPr>
        <p:spPr>
          <a:xfrm>
            <a:off x="4856751" y="872344"/>
            <a:ext cx="352200" cy="383700"/>
          </a:xfrm>
          <a:prstGeom prst="ellipse">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61"/>
          <p:cNvSpPr txBox="1"/>
          <p:nvPr/>
        </p:nvSpPr>
        <p:spPr>
          <a:xfrm>
            <a:off x="5317344" y="792350"/>
            <a:ext cx="1399500" cy="44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600">
                <a:solidFill>
                  <a:schemeClr val="dk2"/>
                </a:solidFill>
                <a:latin typeface="Roboto Light"/>
                <a:ea typeface="Roboto Light"/>
                <a:cs typeface="Roboto Light"/>
                <a:sym typeface="Roboto Light"/>
              </a:rPr>
              <a:t>Data </a:t>
            </a:r>
            <a:endParaRPr sz="1600">
              <a:solidFill>
                <a:schemeClr val="dk2"/>
              </a:solidFill>
              <a:latin typeface="Roboto Light"/>
              <a:ea typeface="Roboto Light"/>
              <a:cs typeface="Roboto Light"/>
              <a:sym typeface="Roboto Light"/>
            </a:endParaRPr>
          </a:p>
          <a:p>
            <a:pPr marL="0" lvl="0" indent="0" algn="l" rtl="0">
              <a:spcBef>
                <a:spcPts val="0"/>
              </a:spcBef>
              <a:spcAft>
                <a:spcPts val="0"/>
              </a:spcAft>
              <a:buNone/>
            </a:pPr>
            <a:r>
              <a:rPr lang="en" sz="1600">
                <a:solidFill>
                  <a:schemeClr val="dk2"/>
                </a:solidFill>
                <a:latin typeface="Roboto Light"/>
                <a:ea typeface="Roboto Light"/>
                <a:cs typeface="Roboto Light"/>
                <a:sym typeface="Roboto Light"/>
              </a:rPr>
              <a:t>Acquisition</a:t>
            </a:r>
            <a:endParaRPr sz="1600">
              <a:solidFill>
                <a:schemeClr val="dk2"/>
              </a:solidFill>
              <a:latin typeface="Roboto Light"/>
              <a:ea typeface="Roboto Light"/>
              <a:cs typeface="Roboto Light"/>
              <a:sym typeface="Roboto Light"/>
            </a:endParaRPr>
          </a:p>
        </p:txBody>
      </p:sp>
      <p:cxnSp>
        <p:nvCxnSpPr>
          <p:cNvPr id="882" name="Google Shape;882;p161"/>
          <p:cNvCxnSpPr>
            <a:stCxn id="877" idx="6"/>
            <a:endCxn id="880" idx="2"/>
          </p:cNvCxnSpPr>
          <p:nvPr/>
        </p:nvCxnSpPr>
        <p:spPr>
          <a:xfrm>
            <a:off x="3678356" y="1064235"/>
            <a:ext cx="1178400" cy="0"/>
          </a:xfrm>
          <a:prstGeom prst="straightConnector1">
            <a:avLst/>
          </a:prstGeom>
          <a:noFill/>
          <a:ln w="28575" cap="flat" cmpd="sng">
            <a:solidFill>
              <a:schemeClr val="accent6"/>
            </a:solidFill>
            <a:prstDash val="solid"/>
            <a:round/>
            <a:headEnd type="none" w="med" len="med"/>
            <a:tailEnd type="triangle" w="med" len="med"/>
          </a:ln>
        </p:spPr>
      </p:cxnSp>
      <p:sp>
        <p:nvSpPr>
          <p:cNvPr id="883" name="Google Shape;883;p161"/>
          <p:cNvSpPr/>
          <p:nvPr/>
        </p:nvSpPr>
        <p:spPr>
          <a:xfrm>
            <a:off x="4856751" y="2159418"/>
            <a:ext cx="352200" cy="383700"/>
          </a:xfrm>
          <a:prstGeom prst="ellipse">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161"/>
          <p:cNvSpPr txBox="1"/>
          <p:nvPr/>
        </p:nvSpPr>
        <p:spPr>
          <a:xfrm>
            <a:off x="5242398" y="2079400"/>
            <a:ext cx="1529700" cy="44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accent3"/>
                </a:solidFill>
                <a:latin typeface="Roboto"/>
                <a:ea typeface="Roboto"/>
                <a:cs typeface="Roboto"/>
                <a:sym typeface="Roboto"/>
              </a:rPr>
              <a:t>Exploratory Data Analysis</a:t>
            </a:r>
            <a:endParaRPr sz="1600" b="1">
              <a:solidFill>
                <a:schemeClr val="accent3"/>
              </a:solidFill>
              <a:latin typeface="Roboto"/>
              <a:ea typeface="Roboto"/>
              <a:cs typeface="Roboto"/>
              <a:sym typeface="Roboto"/>
            </a:endParaRPr>
          </a:p>
        </p:txBody>
      </p:sp>
      <p:cxnSp>
        <p:nvCxnSpPr>
          <p:cNvPr id="885" name="Google Shape;885;p161"/>
          <p:cNvCxnSpPr>
            <a:stCxn id="880" idx="4"/>
            <a:endCxn id="883" idx="0"/>
          </p:cNvCxnSpPr>
          <p:nvPr/>
        </p:nvCxnSpPr>
        <p:spPr>
          <a:xfrm>
            <a:off x="5032851" y="1256044"/>
            <a:ext cx="0" cy="903300"/>
          </a:xfrm>
          <a:prstGeom prst="straightConnector1">
            <a:avLst/>
          </a:prstGeom>
          <a:noFill/>
          <a:ln w="28575" cap="flat" cmpd="sng">
            <a:solidFill>
              <a:schemeClr val="dk1"/>
            </a:solidFill>
            <a:prstDash val="solid"/>
            <a:round/>
            <a:headEnd type="none" w="med" len="med"/>
            <a:tailEnd type="triangle" w="med" len="med"/>
          </a:ln>
        </p:spPr>
      </p:cxnSp>
      <p:cxnSp>
        <p:nvCxnSpPr>
          <p:cNvPr id="886" name="Google Shape;886;p161"/>
          <p:cNvCxnSpPr>
            <a:stCxn id="883" idx="1"/>
            <a:endCxn id="877" idx="5"/>
          </p:cNvCxnSpPr>
          <p:nvPr/>
        </p:nvCxnSpPr>
        <p:spPr>
          <a:xfrm rot="10800000">
            <a:off x="3626730" y="1199810"/>
            <a:ext cx="1281600" cy="1015800"/>
          </a:xfrm>
          <a:prstGeom prst="straightConnector1">
            <a:avLst/>
          </a:prstGeom>
          <a:noFill/>
          <a:ln w="28575" cap="flat" cmpd="sng">
            <a:solidFill>
              <a:schemeClr val="accent6"/>
            </a:solidFill>
            <a:prstDash val="solid"/>
            <a:round/>
            <a:headEnd type="none" w="med" len="med"/>
            <a:tailEnd type="triangle" w="med" len="med"/>
          </a:ln>
        </p:spPr>
      </p:cxnSp>
      <p:sp>
        <p:nvSpPr>
          <p:cNvPr id="887" name="Google Shape;887;p161"/>
          <p:cNvSpPr/>
          <p:nvPr/>
        </p:nvSpPr>
        <p:spPr>
          <a:xfrm>
            <a:off x="3326204" y="2159418"/>
            <a:ext cx="352200" cy="383700"/>
          </a:xfrm>
          <a:prstGeom prst="ellipse">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61"/>
          <p:cNvSpPr txBox="1"/>
          <p:nvPr/>
        </p:nvSpPr>
        <p:spPr>
          <a:xfrm>
            <a:off x="1665428" y="2079400"/>
            <a:ext cx="1608900" cy="444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sz="1600">
                <a:solidFill>
                  <a:schemeClr val="dk2"/>
                </a:solidFill>
                <a:latin typeface="Roboto Light"/>
                <a:ea typeface="Roboto Light"/>
                <a:cs typeface="Roboto Light"/>
                <a:sym typeface="Roboto Light"/>
              </a:rPr>
              <a:t>Prediction and</a:t>
            </a:r>
            <a:endParaRPr sz="1600">
              <a:solidFill>
                <a:schemeClr val="dk2"/>
              </a:solidFill>
              <a:latin typeface="Roboto Light"/>
              <a:ea typeface="Roboto Light"/>
              <a:cs typeface="Roboto Light"/>
              <a:sym typeface="Roboto Light"/>
            </a:endParaRPr>
          </a:p>
          <a:p>
            <a:pPr marL="0" lvl="0" indent="0" algn="r" rtl="0">
              <a:spcBef>
                <a:spcPts val="0"/>
              </a:spcBef>
              <a:spcAft>
                <a:spcPts val="0"/>
              </a:spcAft>
              <a:buNone/>
            </a:pPr>
            <a:r>
              <a:rPr lang="en" sz="1600">
                <a:solidFill>
                  <a:schemeClr val="dk2"/>
                </a:solidFill>
                <a:latin typeface="Roboto Light"/>
                <a:ea typeface="Roboto Light"/>
                <a:cs typeface="Roboto Light"/>
                <a:sym typeface="Roboto Light"/>
              </a:rPr>
              <a:t>Inference</a:t>
            </a:r>
            <a:endParaRPr sz="1600">
              <a:solidFill>
                <a:schemeClr val="dk2"/>
              </a:solidFill>
              <a:latin typeface="Roboto Light"/>
              <a:ea typeface="Roboto Light"/>
              <a:cs typeface="Roboto Light"/>
              <a:sym typeface="Roboto Light"/>
            </a:endParaRPr>
          </a:p>
        </p:txBody>
      </p:sp>
      <p:cxnSp>
        <p:nvCxnSpPr>
          <p:cNvPr id="889" name="Google Shape;889;p161"/>
          <p:cNvCxnSpPr>
            <a:stCxn id="883" idx="2"/>
            <a:endCxn id="887" idx="6"/>
          </p:cNvCxnSpPr>
          <p:nvPr/>
        </p:nvCxnSpPr>
        <p:spPr>
          <a:xfrm rot="10800000">
            <a:off x="3678351" y="2351268"/>
            <a:ext cx="1178400" cy="0"/>
          </a:xfrm>
          <a:prstGeom prst="straightConnector1">
            <a:avLst/>
          </a:prstGeom>
          <a:noFill/>
          <a:ln w="28575" cap="flat" cmpd="sng">
            <a:solidFill>
              <a:schemeClr val="accent6"/>
            </a:solidFill>
            <a:prstDash val="solid"/>
            <a:round/>
            <a:headEnd type="none" w="med" len="med"/>
            <a:tailEnd type="triangle" w="med" len="med"/>
          </a:ln>
        </p:spPr>
      </p:cxnSp>
      <p:cxnSp>
        <p:nvCxnSpPr>
          <p:cNvPr id="890" name="Google Shape;890;p161"/>
          <p:cNvCxnSpPr>
            <a:stCxn id="887" idx="0"/>
            <a:endCxn id="877" idx="4"/>
          </p:cNvCxnSpPr>
          <p:nvPr/>
        </p:nvCxnSpPr>
        <p:spPr>
          <a:xfrm rot="10800000">
            <a:off x="3502304" y="1256118"/>
            <a:ext cx="0" cy="903300"/>
          </a:xfrm>
          <a:prstGeom prst="straightConnector1">
            <a:avLst/>
          </a:prstGeom>
          <a:noFill/>
          <a:ln w="28575" cap="flat" cmpd="sng">
            <a:solidFill>
              <a:schemeClr val="accent6"/>
            </a:solidFill>
            <a:prstDash val="solid"/>
            <a:round/>
            <a:headEnd type="none" w="med" len="med"/>
            <a:tailEnd type="triangle" w="med" len="med"/>
          </a:ln>
        </p:spPr>
      </p:cxnSp>
      <p:sp>
        <p:nvSpPr>
          <p:cNvPr id="891" name="Google Shape;891;p161"/>
          <p:cNvSpPr txBox="1"/>
          <p:nvPr/>
        </p:nvSpPr>
        <p:spPr>
          <a:xfrm>
            <a:off x="3847788" y="2770000"/>
            <a:ext cx="2064600" cy="44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2"/>
                </a:solidFill>
                <a:latin typeface="Roboto Light"/>
                <a:ea typeface="Roboto Light"/>
                <a:cs typeface="Roboto Light"/>
                <a:sym typeface="Roboto Light"/>
              </a:rPr>
              <a:t>Reports, Decisions, and Solutions</a:t>
            </a:r>
            <a:endParaRPr sz="1600">
              <a:solidFill>
                <a:schemeClr val="dk2"/>
              </a:solidFill>
              <a:latin typeface="Roboto Light"/>
              <a:ea typeface="Roboto Light"/>
              <a:cs typeface="Roboto Light"/>
              <a:sym typeface="Roboto Light"/>
            </a:endParaRPr>
          </a:p>
        </p:txBody>
      </p:sp>
      <p:cxnSp>
        <p:nvCxnSpPr>
          <p:cNvPr id="892" name="Google Shape;892;p161"/>
          <p:cNvCxnSpPr>
            <a:stCxn id="887" idx="4"/>
            <a:endCxn id="891" idx="1"/>
          </p:cNvCxnSpPr>
          <p:nvPr/>
        </p:nvCxnSpPr>
        <p:spPr>
          <a:xfrm rot="-5400000" flipH="1">
            <a:off x="3450704" y="2594718"/>
            <a:ext cx="448800" cy="345600"/>
          </a:xfrm>
          <a:prstGeom prst="bentConnector2">
            <a:avLst/>
          </a:prstGeom>
          <a:noFill/>
          <a:ln w="28575" cap="flat" cmpd="sng">
            <a:solidFill>
              <a:schemeClr val="accent6"/>
            </a:solidFill>
            <a:prstDash val="solid"/>
            <a:round/>
            <a:headEnd type="none" w="med" len="med"/>
            <a:tailEnd type="triangle" w="med" len="med"/>
          </a:ln>
        </p:spPr>
      </p:cxnSp>
      <p:sp>
        <p:nvSpPr>
          <p:cNvPr id="893" name="Google Shape;893;p161"/>
          <p:cNvSpPr txBox="1"/>
          <p:nvPr/>
        </p:nvSpPr>
        <p:spPr>
          <a:xfrm>
            <a:off x="5000619" y="2152924"/>
            <a:ext cx="173100" cy="1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4" name="Google Shape;894;p161"/>
          <p:cNvSpPr txBox="1"/>
          <p:nvPr/>
        </p:nvSpPr>
        <p:spPr>
          <a:xfrm>
            <a:off x="5081077" y="1094402"/>
            <a:ext cx="96900" cy="1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cxnSp>
        <p:nvCxnSpPr>
          <p:cNvPr id="895" name="Google Shape;895;p161"/>
          <p:cNvCxnSpPr>
            <a:stCxn id="893" idx="3"/>
            <a:endCxn id="894" idx="3"/>
          </p:cNvCxnSpPr>
          <p:nvPr/>
        </p:nvCxnSpPr>
        <p:spPr>
          <a:xfrm rot="10800000" flipH="1">
            <a:off x="5173719" y="1186774"/>
            <a:ext cx="4200" cy="1056600"/>
          </a:xfrm>
          <a:prstGeom prst="curvedConnector3">
            <a:avLst>
              <a:gd name="adj1" fmla="val 5771023"/>
            </a:avLst>
          </a:prstGeom>
          <a:noFill/>
          <a:ln w="28575" cap="flat" cmpd="sng">
            <a:solidFill>
              <a:schemeClr val="accent6"/>
            </a:solidFill>
            <a:prstDash val="solid"/>
            <a:round/>
            <a:headEnd type="none" w="med" len="med"/>
            <a:tailEnd type="triangle" w="med" len="med"/>
          </a:ln>
        </p:spPr>
      </p:cxnSp>
      <p:sp>
        <p:nvSpPr>
          <p:cNvPr id="896" name="Google Shape;896;p1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897" name="Google Shape;897;p16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3"/>
                </a:solidFill>
              </a:rPr>
              <a:t>Plan for first 2 weeks</a:t>
            </a:r>
            <a:endParaRPr sz="2400">
              <a:solidFill>
                <a:schemeClr val="dk1"/>
              </a:solidFill>
              <a:latin typeface="Roboto Light"/>
              <a:ea typeface="Roboto Light"/>
              <a:cs typeface="Roboto Light"/>
              <a:sym typeface="Roboto Light"/>
            </a:endParaRPr>
          </a:p>
        </p:txBody>
      </p:sp>
      <p:pic>
        <p:nvPicPr>
          <p:cNvPr id="898" name="Google Shape;898;p161"/>
          <p:cNvPicPr preferRelativeResize="0"/>
          <p:nvPr/>
        </p:nvPicPr>
        <p:blipFill rotWithShape="1">
          <a:blip r:embed="rId3">
            <a:alphaModFix/>
          </a:blip>
          <a:srcRect/>
          <a:stretch/>
        </p:blipFill>
        <p:spPr>
          <a:xfrm>
            <a:off x="6716847" y="475612"/>
            <a:ext cx="898800" cy="995900"/>
          </a:xfrm>
          <a:prstGeom prst="rect">
            <a:avLst/>
          </a:prstGeom>
          <a:noFill/>
          <a:ln>
            <a:noFill/>
          </a:ln>
        </p:spPr>
      </p:pic>
      <p:pic>
        <p:nvPicPr>
          <p:cNvPr id="899" name="Google Shape;899;p161"/>
          <p:cNvPicPr preferRelativeResize="0"/>
          <p:nvPr/>
        </p:nvPicPr>
        <p:blipFill rotWithShape="1">
          <a:blip r:embed="rId4">
            <a:alphaModFix/>
          </a:blip>
          <a:srcRect/>
          <a:stretch/>
        </p:blipFill>
        <p:spPr>
          <a:xfrm>
            <a:off x="6716839" y="2152921"/>
            <a:ext cx="1222468" cy="843843"/>
          </a:xfrm>
          <a:prstGeom prst="rect">
            <a:avLst/>
          </a:prstGeom>
          <a:noFill/>
          <a:ln>
            <a:noFill/>
          </a:ln>
        </p:spPr>
      </p:pic>
      <p:sp>
        <p:nvSpPr>
          <p:cNvPr id="900" name="Google Shape;900;p161"/>
          <p:cNvSpPr txBox="1"/>
          <p:nvPr/>
        </p:nvSpPr>
        <p:spPr>
          <a:xfrm>
            <a:off x="763689" y="475589"/>
            <a:ext cx="481200" cy="11772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7200">
                <a:solidFill>
                  <a:schemeClr val="dk2"/>
                </a:solidFill>
                <a:latin typeface="Times"/>
                <a:ea typeface="Times"/>
                <a:cs typeface="Times"/>
                <a:sym typeface="Times"/>
              </a:rPr>
              <a:t>?</a:t>
            </a:r>
            <a:endParaRPr sz="1100">
              <a:solidFill>
                <a:schemeClr val="dk2"/>
              </a:solidFill>
            </a:endParaRPr>
          </a:p>
        </p:txBody>
      </p:sp>
      <p:pic>
        <p:nvPicPr>
          <p:cNvPr id="901" name="Google Shape;901;p161"/>
          <p:cNvPicPr preferRelativeResize="0"/>
          <p:nvPr/>
        </p:nvPicPr>
        <p:blipFill rotWithShape="1">
          <a:blip r:embed="rId5">
            <a:alphaModFix/>
          </a:blip>
          <a:srcRect/>
          <a:stretch/>
        </p:blipFill>
        <p:spPr>
          <a:xfrm>
            <a:off x="627446" y="1970253"/>
            <a:ext cx="894692" cy="884229"/>
          </a:xfrm>
          <a:prstGeom prst="rect">
            <a:avLst/>
          </a:prstGeom>
          <a:noFill/>
          <a:ln>
            <a:noFill/>
          </a:ln>
        </p:spPr>
      </p:pic>
      <p:sp>
        <p:nvSpPr>
          <p:cNvPr id="902" name="Google Shape;902;p161"/>
          <p:cNvSpPr/>
          <p:nvPr/>
        </p:nvSpPr>
        <p:spPr>
          <a:xfrm>
            <a:off x="2824800" y="4093150"/>
            <a:ext cx="4110600" cy="843900"/>
          </a:xfrm>
          <a:prstGeom prst="rect">
            <a:avLst/>
          </a:prstGeom>
          <a:solidFill>
            <a:schemeClr val="lt2"/>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Roboto Light"/>
                <a:ea typeface="Roboto Light"/>
                <a:cs typeface="Roboto Light"/>
                <a:sym typeface="Roboto Light"/>
              </a:rPr>
              <a:t>EDA, Wrangling, and Data Visualization</a:t>
            </a:r>
            <a:endParaRPr sz="1200">
              <a:latin typeface="Roboto Light"/>
              <a:ea typeface="Roboto Light"/>
              <a:cs typeface="Roboto Light"/>
              <a:sym typeface="Roboto Light"/>
            </a:endParaRPr>
          </a:p>
        </p:txBody>
      </p:sp>
      <p:sp>
        <p:nvSpPr>
          <p:cNvPr id="903" name="Google Shape;903;p161"/>
          <p:cNvSpPr txBox="1"/>
          <p:nvPr/>
        </p:nvSpPr>
        <p:spPr>
          <a:xfrm>
            <a:off x="3326200" y="3740625"/>
            <a:ext cx="2716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dirty="0">
                <a:solidFill>
                  <a:schemeClr val="accent4"/>
                </a:solidFill>
                <a:latin typeface="Roboto"/>
                <a:ea typeface="Roboto"/>
                <a:cs typeface="Roboto"/>
                <a:sym typeface="Roboto"/>
              </a:rPr>
              <a:t>(Weeks 1)</a:t>
            </a:r>
            <a:endParaRPr b="1" dirty="0">
              <a:solidFill>
                <a:schemeClr val="accent4"/>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1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909" name="Google Shape;909;p162"/>
          <p:cNvSpPr txBox="1">
            <a:spLocks noGrp="1"/>
          </p:cNvSpPr>
          <p:nvPr>
            <p:ph type="body" idx="1"/>
          </p:nvPr>
        </p:nvSpPr>
        <p:spPr>
          <a:xfrm>
            <a:off x="4572000" y="305700"/>
            <a:ext cx="4368600" cy="4260900"/>
          </a:xfrm>
          <a:prstGeom prst="rect">
            <a:avLst/>
          </a:prstGeom>
        </p:spPr>
        <p:txBody>
          <a:bodyPr spcFirstLastPara="1" wrap="square" lIns="91425" tIns="91425" rIns="91425" bIns="91425" anchor="ctr" anchorCtr="0">
            <a:noAutofit/>
          </a:bodyPr>
          <a:lstStyle/>
          <a:p>
            <a:pPr marL="0" lvl="0" indent="457200" algn="l" rtl="0">
              <a:spcBef>
                <a:spcPts val="600"/>
              </a:spcBef>
              <a:spcAft>
                <a:spcPts val="0"/>
              </a:spcAft>
              <a:buNone/>
            </a:pPr>
            <a:r>
              <a:rPr lang="en"/>
              <a:t>Lesson 3:</a:t>
            </a:r>
            <a:endParaRPr/>
          </a:p>
          <a:p>
            <a:pPr marL="0" lvl="0" indent="457200" algn="l" rtl="0">
              <a:spcBef>
                <a:spcPts val="600"/>
              </a:spcBef>
              <a:spcAft>
                <a:spcPts val="0"/>
              </a:spcAft>
              <a:buNone/>
            </a:pPr>
            <a:r>
              <a:rPr lang="en"/>
              <a:t>	EDA - 5 key properties to consider</a:t>
            </a:r>
            <a:endParaRPr/>
          </a:p>
          <a:p>
            <a:pPr marL="0" lvl="0" indent="457200" algn="l" rtl="0">
              <a:spcBef>
                <a:spcPts val="600"/>
              </a:spcBef>
              <a:spcAft>
                <a:spcPts val="0"/>
              </a:spcAft>
              <a:buNone/>
            </a:pPr>
            <a:r>
              <a:rPr lang="en"/>
              <a:t>	EDA Jupyter Demo</a:t>
            </a: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lnSpc>
                <a:spcPct val="115000"/>
              </a:lnSpc>
              <a:spcBef>
                <a:spcPts val="0"/>
              </a:spcBef>
              <a:spcAft>
                <a:spcPts val="0"/>
              </a:spcAft>
              <a:buNone/>
            </a:pPr>
            <a:endParaRPr sz="1100">
              <a:solidFill>
                <a:srgbClr val="000000"/>
              </a:solidFill>
              <a:latin typeface="Arial"/>
              <a:ea typeface="Arial"/>
              <a:cs typeface="Arial"/>
              <a:sym typeface="Arial"/>
            </a:endParaRPr>
          </a:p>
        </p:txBody>
      </p:sp>
      <p:sp>
        <p:nvSpPr>
          <p:cNvPr id="910" name="Google Shape;910;p162"/>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EDA &amp; Wrangling</a:t>
            </a:r>
            <a:endParaRPr/>
          </a:p>
        </p:txBody>
      </p:sp>
      <p:sp>
        <p:nvSpPr>
          <p:cNvPr id="911" name="Google Shape;911;p162"/>
          <p:cNvSpPr txBox="1"/>
          <p:nvPr/>
        </p:nvSpPr>
        <p:spPr>
          <a:xfrm>
            <a:off x="0" y="549400"/>
            <a:ext cx="4589700" cy="3674400"/>
          </a:xfrm>
          <a:prstGeom prst="rect">
            <a:avLst/>
          </a:prstGeom>
          <a:noFill/>
          <a:ln>
            <a:noFill/>
          </a:ln>
        </p:spPr>
        <p:txBody>
          <a:bodyPr spcFirstLastPara="1" wrap="square" lIns="91425" tIns="91425" rIns="91425" bIns="91425" anchor="t" anchorCtr="0">
            <a:spAutoFit/>
          </a:bodyPr>
          <a:lstStyle/>
          <a:p>
            <a:pPr marL="0" lvl="0" indent="0" algn="l" rtl="0">
              <a:spcBef>
                <a:spcPts val="600"/>
              </a:spcBef>
              <a:spcAft>
                <a:spcPts val="0"/>
              </a:spcAft>
              <a:buClr>
                <a:schemeClr val="dk1"/>
              </a:buClr>
              <a:buSzPts val="1100"/>
              <a:buFont typeface="Arial"/>
              <a:buNone/>
            </a:pPr>
            <a:r>
              <a:rPr lang="en" sz="1600" b="1">
                <a:solidFill>
                  <a:srgbClr val="000090"/>
                </a:solidFill>
                <a:latin typeface="Roboto"/>
                <a:ea typeface="Roboto"/>
                <a:cs typeface="Roboto"/>
                <a:sym typeface="Roboto"/>
              </a:rPr>
              <a:t>Lesson 3 Learning Objectives:</a:t>
            </a:r>
            <a:endParaRPr sz="1600" b="1">
              <a:solidFill>
                <a:srgbClr val="000090"/>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800">
              <a:solidFill>
                <a:srgbClr val="000090"/>
              </a:solidFill>
            </a:endParaRPr>
          </a:p>
          <a:p>
            <a:pPr marL="457200" lvl="0" indent="-298450" algn="l" rtl="0">
              <a:lnSpc>
                <a:spcPct val="115000"/>
              </a:lnSpc>
              <a:spcBef>
                <a:spcPts val="0"/>
              </a:spcBef>
              <a:spcAft>
                <a:spcPts val="0"/>
              </a:spcAft>
              <a:buClr>
                <a:srgbClr val="000090"/>
              </a:buClr>
              <a:buSzPts val="1100"/>
              <a:buFont typeface="Arial"/>
              <a:buChar char="•"/>
            </a:pPr>
            <a:r>
              <a:rPr lang="en" sz="1100">
                <a:solidFill>
                  <a:srgbClr val="000090"/>
                </a:solidFill>
              </a:rPr>
              <a:t>Identify 5 key data properties to consider when doing Exploratory Data Analysis </a:t>
            </a:r>
            <a:endParaRPr sz="1100">
              <a:solidFill>
                <a:srgbClr val="000090"/>
              </a:solidFill>
            </a:endParaRPr>
          </a:p>
          <a:p>
            <a:pPr marL="457200" lvl="0" indent="-298450" algn="l" rtl="0">
              <a:lnSpc>
                <a:spcPct val="115000"/>
              </a:lnSpc>
              <a:spcBef>
                <a:spcPts val="1000"/>
              </a:spcBef>
              <a:spcAft>
                <a:spcPts val="0"/>
              </a:spcAft>
              <a:buClr>
                <a:srgbClr val="000090"/>
              </a:buClr>
              <a:buSzPts val="1100"/>
              <a:buFont typeface="Roboto Light"/>
              <a:buChar char="•"/>
            </a:pPr>
            <a:r>
              <a:rPr lang="en" sz="1100">
                <a:solidFill>
                  <a:srgbClr val="000090"/>
                </a:solidFill>
              </a:rPr>
              <a:t>Define what is meant by structure and granularity in terms of a set of data, and identify the structure and granularity of sample datasets</a:t>
            </a:r>
            <a:endParaRPr sz="1100">
              <a:solidFill>
                <a:srgbClr val="000090"/>
              </a:solidFill>
            </a:endParaRPr>
          </a:p>
          <a:p>
            <a:pPr marL="457200" lvl="0" indent="-298450" algn="l" rtl="0">
              <a:lnSpc>
                <a:spcPct val="115000"/>
              </a:lnSpc>
              <a:spcBef>
                <a:spcPts val="1000"/>
              </a:spcBef>
              <a:spcAft>
                <a:spcPts val="0"/>
              </a:spcAft>
              <a:buClr>
                <a:srgbClr val="000090"/>
              </a:buClr>
              <a:buSzPts val="1100"/>
              <a:buFont typeface="Roboto Light"/>
              <a:buChar char="•"/>
            </a:pPr>
            <a:r>
              <a:rPr lang="en" sz="1100">
                <a:solidFill>
                  <a:srgbClr val="000090"/>
                </a:solidFill>
              </a:rPr>
              <a:t>Practice EDA with sample data</a:t>
            </a:r>
            <a:endParaRPr sz="1100">
              <a:solidFill>
                <a:srgbClr val="000090"/>
              </a:solidFill>
            </a:endParaRPr>
          </a:p>
          <a:p>
            <a:pPr marL="457200" lvl="0" indent="0" algn="l" rtl="0">
              <a:lnSpc>
                <a:spcPct val="115000"/>
              </a:lnSpc>
              <a:spcBef>
                <a:spcPts val="1000"/>
              </a:spcBef>
              <a:spcAft>
                <a:spcPts val="0"/>
              </a:spcAft>
              <a:buNone/>
            </a:pPr>
            <a:endParaRPr sz="1100" b="1">
              <a:solidFill>
                <a:srgbClr val="000090"/>
              </a:solidFill>
            </a:endParaRPr>
          </a:p>
          <a:p>
            <a:pPr marL="0" lvl="0" indent="0" algn="l" rtl="0">
              <a:spcBef>
                <a:spcPts val="0"/>
              </a:spcBef>
              <a:spcAft>
                <a:spcPts val="0"/>
              </a:spcAft>
              <a:buNone/>
            </a:pPr>
            <a:endParaRPr>
              <a:solidFill>
                <a:srgbClr val="000090"/>
              </a:solidFill>
              <a:latin typeface="Roboto Medium"/>
              <a:ea typeface="Roboto Medium"/>
              <a:cs typeface="Roboto Medium"/>
              <a:sym typeface="Roboto Medium"/>
            </a:endParaRPr>
          </a:p>
          <a:p>
            <a:pPr marL="0" lvl="0" indent="0" algn="l" rtl="0">
              <a:spcBef>
                <a:spcPts val="0"/>
              </a:spcBef>
              <a:spcAft>
                <a:spcPts val="0"/>
              </a:spcAft>
              <a:buNone/>
            </a:pPr>
            <a:endParaRPr sz="1600">
              <a:solidFill>
                <a:srgbClr val="000090"/>
              </a:solidFill>
              <a:latin typeface="Roboto Medium"/>
              <a:ea typeface="Roboto Medium"/>
              <a:cs typeface="Roboto Medium"/>
              <a:sym typeface="Roboto Medium"/>
            </a:endParaRPr>
          </a:p>
          <a:p>
            <a:pPr marL="0" lvl="0" indent="0" algn="l" rtl="0">
              <a:lnSpc>
                <a:spcPct val="115000"/>
              </a:lnSpc>
              <a:spcBef>
                <a:spcPts val="0"/>
              </a:spcBef>
              <a:spcAft>
                <a:spcPts val="0"/>
              </a:spcAft>
              <a:buNone/>
            </a:pPr>
            <a:endParaRPr sz="1100">
              <a:solidFill>
                <a:srgbClr val="000090"/>
              </a:solidFill>
              <a:latin typeface="Roboto Medium"/>
              <a:ea typeface="Roboto Medium"/>
              <a:cs typeface="Roboto Medium"/>
              <a:sym typeface="Roboto Medium"/>
            </a:endParaRPr>
          </a:p>
          <a:p>
            <a:pPr marL="0" lvl="0" indent="0" algn="l" rtl="0">
              <a:lnSpc>
                <a:spcPct val="115000"/>
              </a:lnSpc>
              <a:spcBef>
                <a:spcPts val="1000"/>
              </a:spcBef>
              <a:spcAft>
                <a:spcPts val="0"/>
              </a:spcAft>
              <a:buClr>
                <a:schemeClr val="dk1"/>
              </a:buClr>
              <a:buSzPts val="1100"/>
              <a:buFont typeface="Arial"/>
              <a:buNone/>
            </a:pPr>
            <a:endParaRPr sz="1100">
              <a:solidFill>
                <a:srgbClr val="008000"/>
              </a:solidFill>
            </a:endParaRPr>
          </a:p>
          <a:p>
            <a:pPr marL="0" lvl="0" indent="0" algn="l" rtl="0">
              <a:spcBef>
                <a:spcPts val="1000"/>
              </a:spcBef>
              <a:spcAft>
                <a:spcPts val="0"/>
              </a:spcAft>
              <a:buNone/>
            </a:pPr>
            <a:endParaRPr sz="1600">
              <a:solidFill>
                <a:schemeClr val="dk1"/>
              </a:solidFill>
              <a:latin typeface="Roboto Light"/>
              <a:ea typeface="Roboto Light"/>
              <a:cs typeface="Roboto Light"/>
              <a:sym typeface="Roboto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p163"/>
          <p:cNvSpPr txBox="1">
            <a:spLocks noGrp="1"/>
          </p:cNvSpPr>
          <p:nvPr>
            <p:ph type="body" idx="1"/>
          </p:nvPr>
        </p:nvSpPr>
        <p:spPr>
          <a:xfrm>
            <a:off x="4882900" y="448050"/>
            <a:ext cx="3950100" cy="4124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Roboto"/>
                <a:ea typeface="Roboto"/>
                <a:cs typeface="Roboto"/>
                <a:sym typeface="Roboto"/>
              </a:rPr>
              <a:t>Structure </a:t>
            </a:r>
            <a:r>
              <a:rPr lang="en"/>
              <a:t>-- the “shape” of a data file</a:t>
            </a:r>
            <a:endParaRPr/>
          </a:p>
          <a:p>
            <a:pPr marL="0" lvl="0" indent="0" algn="l" rtl="0">
              <a:spcBef>
                <a:spcPts val="600"/>
              </a:spcBef>
              <a:spcAft>
                <a:spcPts val="0"/>
              </a:spcAft>
              <a:buNone/>
            </a:pPr>
            <a:endParaRPr/>
          </a:p>
          <a:p>
            <a:pPr marL="0" lvl="0" indent="0" algn="l" rtl="0">
              <a:spcBef>
                <a:spcPts val="600"/>
              </a:spcBef>
              <a:spcAft>
                <a:spcPts val="0"/>
              </a:spcAft>
              <a:buNone/>
            </a:pPr>
            <a:r>
              <a:rPr lang="en" b="1">
                <a:solidFill>
                  <a:schemeClr val="dk2"/>
                </a:solidFill>
                <a:latin typeface="Roboto"/>
                <a:ea typeface="Roboto"/>
                <a:cs typeface="Roboto"/>
                <a:sym typeface="Roboto"/>
              </a:rPr>
              <a:t>Granularity</a:t>
            </a:r>
            <a:r>
              <a:rPr lang="en">
                <a:solidFill>
                  <a:schemeClr val="dk2"/>
                </a:solidFill>
              </a:rPr>
              <a:t> -- how fine/coarse is each datum</a:t>
            </a:r>
            <a:endParaRPr>
              <a:solidFill>
                <a:schemeClr val="dk2"/>
              </a:solidFill>
            </a:endParaRPr>
          </a:p>
          <a:p>
            <a:pPr marL="0" lvl="0" indent="0" algn="l" rtl="0">
              <a:spcBef>
                <a:spcPts val="600"/>
              </a:spcBef>
              <a:spcAft>
                <a:spcPts val="0"/>
              </a:spcAft>
              <a:buNone/>
            </a:pPr>
            <a:endParaRPr>
              <a:solidFill>
                <a:schemeClr val="dk2"/>
              </a:solidFill>
            </a:endParaRPr>
          </a:p>
          <a:p>
            <a:pPr marL="0" lvl="0" indent="0" algn="l" rtl="0">
              <a:spcBef>
                <a:spcPts val="600"/>
              </a:spcBef>
              <a:spcAft>
                <a:spcPts val="0"/>
              </a:spcAft>
              <a:buNone/>
            </a:pPr>
            <a:r>
              <a:rPr lang="en" b="1">
                <a:solidFill>
                  <a:schemeClr val="dk2"/>
                </a:solidFill>
                <a:latin typeface="Roboto"/>
                <a:ea typeface="Roboto"/>
                <a:cs typeface="Roboto"/>
                <a:sym typeface="Roboto"/>
              </a:rPr>
              <a:t>Scope</a:t>
            </a:r>
            <a:r>
              <a:rPr lang="en">
                <a:solidFill>
                  <a:schemeClr val="dk2"/>
                </a:solidFill>
              </a:rPr>
              <a:t> -- how (in)complete is the data</a:t>
            </a:r>
            <a:endParaRPr>
              <a:solidFill>
                <a:schemeClr val="dk2"/>
              </a:solidFill>
            </a:endParaRPr>
          </a:p>
          <a:p>
            <a:pPr marL="0" lvl="0" indent="0" algn="l" rtl="0">
              <a:spcBef>
                <a:spcPts val="600"/>
              </a:spcBef>
              <a:spcAft>
                <a:spcPts val="0"/>
              </a:spcAft>
              <a:buNone/>
            </a:pPr>
            <a:endParaRPr>
              <a:solidFill>
                <a:schemeClr val="dk2"/>
              </a:solidFill>
            </a:endParaRPr>
          </a:p>
          <a:p>
            <a:pPr marL="0" lvl="0" indent="0" algn="l" rtl="0">
              <a:spcBef>
                <a:spcPts val="600"/>
              </a:spcBef>
              <a:spcAft>
                <a:spcPts val="0"/>
              </a:spcAft>
              <a:buNone/>
            </a:pPr>
            <a:r>
              <a:rPr lang="en" b="1">
                <a:solidFill>
                  <a:schemeClr val="dk2"/>
                </a:solidFill>
                <a:latin typeface="Roboto"/>
                <a:ea typeface="Roboto"/>
                <a:cs typeface="Roboto"/>
                <a:sym typeface="Roboto"/>
              </a:rPr>
              <a:t>Temporality</a:t>
            </a:r>
            <a:r>
              <a:rPr lang="en">
                <a:solidFill>
                  <a:schemeClr val="dk2"/>
                </a:solidFill>
              </a:rPr>
              <a:t> -- how is the data situated in time</a:t>
            </a:r>
            <a:endParaRPr>
              <a:solidFill>
                <a:schemeClr val="dk2"/>
              </a:solidFill>
            </a:endParaRPr>
          </a:p>
          <a:p>
            <a:pPr marL="0" lvl="0" indent="0" algn="l" rtl="0">
              <a:spcBef>
                <a:spcPts val="600"/>
              </a:spcBef>
              <a:spcAft>
                <a:spcPts val="0"/>
              </a:spcAft>
              <a:buNone/>
            </a:pPr>
            <a:endParaRPr>
              <a:solidFill>
                <a:schemeClr val="dk2"/>
              </a:solidFill>
            </a:endParaRPr>
          </a:p>
          <a:p>
            <a:pPr marL="0" lvl="0" indent="0" algn="l" rtl="0">
              <a:spcBef>
                <a:spcPts val="600"/>
              </a:spcBef>
              <a:spcAft>
                <a:spcPts val="0"/>
              </a:spcAft>
              <a:buNone/>
            </a:pPr>
            <a:r>
              <a:rPr lang="en" b="1">
                <a:solidFill>
                  <a:schemeClr val="dk2"/>
                </a:solidFill>
                <a:latin typeface="Roboto"/>
                <a:ea typeface="Roboto"/>
                <a:cs typeface="Roboto"/>
                <a:sym typeface="Roboto"/>
              </a:rPr>
              <a:t>Faithfulness</a:t>
            </a:r>
            <a:r>
              <a:rPr lang="en">
                <a:solidFill>
                  <a:schemeClr val="dk2"/>
                </a:solidFill>
              </a:rPr>
              <a:t> -- how well does the data capture “reality”</a:t>
            </a:r>
            <a:endParaRPr>
              <a:solidFill>
                <a:schemeClr val="dk2"/>
              </a:solidFill>
            </a:endParaRPr>
          </a:p>
        </p:txBody>
      </p:sp>
      <p:sp>
        <p:nvSpPr>
          <p:cNvPr id="917" name="Google Shape;917;p163"/>
          <p:cNvSpPr txBox="1">
            <a:spLocks noGrp="1"/>
          </p:cNvSpPr>
          <p:nvPr>
            <p:ph type="body" idx="2"/>
          </p:nvPr>
        </p:nvSpPr>
        <p:spPr>
          <a:xfrm>
            <a:off x="1639375" y="448050"/>
            <a:ext cx="2932800" cy="1458600"/>
          </a:xfrm>
          <a:prstGeom prst="rect">
            <a:avLst/>
          </a:prstGeom>
        </p:spPr>
        <p:txBody>
          <a:bodyPr spcFirstLastPara="1" wrap="square" lIns="91425" tIns="91425" rIns="91425" bIns="91425" anchor="t" anchorCtr="0">
            <a:noAutofit/>
          </a:bodyPr>
          <a:lstStyle/>
          <a:p>
            <a:pPr marL="0" lvl="0" indent="0" algn="l" rtl="0">
              <a:spcBef>
                <a:spcPts val="400"/>
              </a:spcBef>
              <a:spcAft>
                <a:spcPts val="0"/>
              </a:spcAft>
              <a:buNone/>
            </a:pPr>
            <a:r>
              <a:rPr lang="en" sz="1800"/>
              <a:t>File Format</a:t>
            </a:r>
            <a:endParaRPr sz="1800"/>
          </a:p>
          <a:p>
            <a:pPr marL="0" lvl="0" indent="0" algn="l" rtl="0">
              <a:spcBef>
                <a:spcPts val="400"/>
              </a:spcBef>
              <a:spcAft>
                <a:spcPts val="0"/>
              </a:spcAft>
              <a:buNone/>
            </a:pPr>
            <a:r>
              <a:rPr lang="en" sz="1800"/>
              <a:t>Variable Type</a:t>
            </a:r>
            <a:endParaRPr sz="1800"/>
          </a:p>
          <a:p>
            <a:pPr marL="0" lvl="0" indent="0" algn="l" rtl="0">
              <a:spcBef>
                <a:spcPts val="400"/>
              </a:spcBef>
              <a:spcAft>
                <a:spcPts val="0"/>
              </a:spcAft>
              <a:buNone/>
            </a:pPr>
            <a:r>
              <a:rPr lang="en" sz="1800"/>
              <a:t>Multiple files</a:t>
            </a:r>
            <a:br>
              <a:rPr lang="en" sz="1800"/>
            </a:br>
            <a:r>
              <a:rPr lang="en" sz="1800"/>
              <a:t>(Primary and Foreign Keys)</a:t>
            </a:r>
            <a:endParaRPr/>
          </a:p>
        </p:txBody>
      </p:sp>
      <p:sp>
        <p:nvSpPr>
          <p:cNvPr id="918" name="Google Shape;918;p163"/>
          <p:cNvSpPr/>
          <p:nvPr/>
        </p:nvSpPr>
        <p:spPr>
          <a:xfrm flipH="1">
            <a:off x="3995325" y="398875"/>
            <a:ext cx="801300" cy="728700"/>
          </a:xfrm>
          <a:prstGeom prst="leftArrow">
            <a:avLst>
              <a:gd name="adj1" fmla="val 50000"/>
              <a:gd name="adj2"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163"/>
          <p:cNvSpPr txBox="1"/>
          <p:nvPr/>
        </p:nvSpPr>
        <p:spPr>
          <a:xfrm>
            <a:off x="210950" y="2713325"/>
            <a:ext cx="4038000" cy="2037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600">
                <a:solidFill>
                  <a:srgbClr val="0B5394"/>
                </a:solidFill>
                <a:latin typeface="Roboto Medium"/>
                <a:ea typeface="Roboto Medium"/>
                <a:cs typeface="Roboto Medium"/>
                <a:sym typeface="Roboto Medium"/>
              </a:rPr>
              <a:t>Key Data Properties to Consider in EDA</a:t>
            </a:r>
            <a:endParaRPr sz="3600">
              <a:solidFill>
                <a:srgbClr val="0B5394"/>
              </a:solidFill>
              <a:latin typeface="Roboto Medium"/>
              <a:ea typeface="Roboto Medium"/>
              <a:cs typeface="Roboto Medium"/>
              <a:sym typeface="Roboto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164"/>
          <p:cNvSpPr txBox="1">
            <a:spLocks noGrp="1"/>
          </p:cNvSpPr>
          <p:nvPr>
            <p:ph type="body" idx="1"/>
          </p:nvPr>
        </p:nvSpPr>
        <p:spPr>
          <a:xfrm>
            <a:off x="107049" y="402200"/>
            <a:ext cx="66399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500"/>
              <a:t>What does each </a:t>
            </a:r>
            <a:r>
              <a:rPr lang="en" sz="1500" b="1">
                <a:solidFill>
                  <a:schemeClr val="accent5"/>
                </a:solidFill>
                <a:latin typeface="Roboto"/>
                <a:ea typeface="Roboto"/>
                <a:cs typeface="Roboto"/>
                <a:sym typeface="Roboto"/>
              </a:rPr>
              <a:t>column</a:t>
            </a:r>
            <a:r>
              <a:rPr lang="en" sz="1500"/>
              <a:t> represent?</a:t>
            </a:r>
            <a:endParaRPr sz="1500"/>
          </a:p>
          <a:p>
            <a:pPr marL="0" lvl="0" indent="0" algn="l" rtl="0">
              <a:spcBef>
                <a:spcPts val="600"/>
              </a:spcBef>
              <a:spcAft>
                <a:spcPts val="0"/>
              </a:spcAft>
              <a:buNone/>
            </a:pPr>
            <a:r>
              <a:rPr lang="en" sz="1500"/>
              <a:t>A </a:t>
            </a:r>
            <a:r>
              <a:rPr lang="en" sz="1500" b="1">
                <a:solidFill>
                  <a:schemeClr val="accent3"/>
                </a:solidFill>
                <a:latin typeface="Roboto"/>
                <a:ea typeface="Roboto"/>
                <a:cs typeface="Roboto"/>
                <a:sym typeface="Roboto"/>
              </a:rPr>
              <a:t>variable</a:t>
            </a:r>
            <a:r>
              <a:rPr lang="en" sz="1500"/>
              <a:t> is a </a:t>
            </a:r>
            <a:r>
              <a:rPr lang="en" sz="1500" b="1">
                <a:solidFill>
                  <a:schemeClr val="accent3"/>
                </a:solidFill>
                <a:latin typeface="Roboto"/>
                <a:ea typeface="Roboto"/>
                <a:cs typeface="Roboto"/>
                <a:sym typeface="Roboto"/>
              </a:rPr>
              <a:t>measurement</a:t>
            </a:r>
            <a:r>
              <a:rPr lang="en" sz="1500"/>
              <a:t> of a particular concept.</a:t>
            </a:r>
            <a:endParaRPr sz="1500"/>
          </a:p>
          <a:p>
            <a:pPr marL="0" lvl="0" indent="0" algn="l" rtl="0">
              <a:spcBef>
                <a:spcPts val="600"/>
              </a:spcBef>
              <a:spcAft>
                <a:spcPts val="0"/>
              </a:spcAft>
              <a:buNone/>
            </a:pPr>
            <a:endParaRPr sz="1500"/>
          </a:p>
          <a:p>
            <a:pPr marL="0" lvl="0" indent="0" algn="l" rtl="0">
              <a:spcBef>
                <a:spcPts val="600"/>
              </a:spcBef>
              <a:spcAft>
                <a:spcPts val="0"/>
              </a:spcAft>
              <a:buNone/>
            </a:pPr>
            <a:r>
              <a:rPr lang="en" sz="1500"/>
              <a:t>It has two common properties:</a:t>
            </a:r>
            <a:endParaRPr sz="1500"/>
          </a:p>
          <a:p>
            <a:pPr marL="457200" lvl="0" indent="-330200" algn="l" rtl="0">
              <a:spcBef>
                <a:spcPts val="600"/>
              </a:spcBef>
              <a:spcAft>
                <a:spcPts val="0"/>
              </a:spcAft>
              <a:buSzPts val="1600"/>
              <a:buFont typeface="Roboto"/>
              <a:buChar char="●"/>
            </a:pPr>
            <a:r>
              <a:rPr lang="en" sz="1500" b="1">
                <a:solidFill>
                  <a:schemeClr val="accent4"/>
                </a:solidFill>
                <a:latin typeface="Roboto"/>
                <a:ea typeface="Roboto"/>
                <a:cs typeface="Roboto"/>
                <a:sym typeface="Roboto"/>
              </a:rPr>
              <a:t>Datatype/Storage type</a:t>
            </a:r>
            <a:r>
              <a:rPr lang="en" sz="1500"/>
              <a:t>:</a:t>
            </a:r>
            <a:br>
              <a:rPr lang="en" sz="1500"/>
            </a:br>
            <a:r>
              <a:rPr lang="en" sz="1500"/>
              <a:t>How each variable value is stored in memory. </a:t>
            </a:r>
            <a:r>
              <a:rPr lang="en" sz="1300" u="sng">
                <a:solidFill>
                  <a:schemeClr val="hlink"/>
                </a:solidFill>
                <a:latin typeface="Roboto Mono"/>
                <a:ea typeface="Roboto Mono"/>
                <a:cs typeface="Roboto Mono"/>
                <a:sym typeface="Roboto Mono"/>
                <a:hlinkClick r:id="rId3"/>
              </a:rPr>
              <a:t>df[colname].dtype</a:t>
            </a:r>
            <a:endParaRPr sz="1300">
              <a:latin typeface="Roboto Mono"/>
              <a:ea typeface="Roboto Mono"/>
              <a:cs typeface="Roboto Mono"/>
              <a:sym typeface="Roboto Mono"/>
            </a:endParaRPr>
          </a:p>
          <a:p>
            <a:pPr marL="914400" lvl="1" indent="-323850" algn="l" rtl="0">
              <a:spcBef>
                <a:spcPts val="0"/>
              </a:spcBef>
              <a:spcAft>
                <a:spcPts val="0"/>
              </a:spcAft>
              <a:buSzPts val="1500"/>
              <a:buFont typeface="Roboto"/>
              <a:buChar char="○"/>
            </a:pPr>
            <a:r>
              <a:rPr lang="en" sz="1500"/>
              <a:t>integer, floating point, boolean, object (string-like), etc.</a:t>
            </a:r>
            <a:endParaRPr sz="1500"/>
          </a:p>
          <a:p>
            <a:pPr marL="0" lvl="0" indent="457200" algn="l" rtl="0">
              <a:spcBef>
                <a:spcPts val="600"/>
              </a:spcBef>
              <a:spcAft>
                <a:spcPts val="0"/>
              </a:spcAft>
              <a:buNone/>
            </a:pPr>
            <a:r>
              <a:rPr lang="en" sz="1500"/>
              <a:t>Affects which pandas functions you use.</a:t>
            </a:r>
            <a:endParaRPr sz="1500">
              <a:latin typeface="Roboto Mono"/>
              <a:ea typeface="Roboto Mono"/>
              <a:cs typeface="Roboto Mono"/>
              <a:sym typeface="Roboto Mono"/>
            </a:endParaRPr>
          </a:p>
          <a:p>
            <a:pPr marL="457200" lvl="0" indent="-323850" algn="l" rtl="0">
              <a:spcBef>
                <a:spcPts val="600"/>
              </a:spcBef>
              <a:spcAft>
                <a:spcPts val="0"/>
              </a:spcAft>
              <a:buSzPts val="1500"/>
              <a:buFont typeface="Roboto"/>
              <a:buChar char="●"/>
            </a:pPr>
            <a:r>
              <a:rPr lang="en" sz="1500" b="1">
                <a:solidFill>
                  <a:schemeClr val="accent3"/>
                </a:solidFill>
                <a:latin typeface="Roboto"/>
                <a:ea typeface="Roboto"/>
                <a:cs typeface="Roboto"/>
                <a:sym typeface="Roboto"/>
              </a:rPr>
              <a:t>Variable type/Feature type</a:t>
            </a:r>
            <a:r>
              <a:rPr lang="en" sz="1500"/>
              <a:t>:</a:t>
            </a:r>
            <a:br>
              <a:rPr lang="en" sz="1500"/>
            </a:br>
            <a:r>
              <a:rPr lang="en" sz="1500"/>
              <a:t>Conceptualized measurement of information (and therefore what values it can take on).</a:t>
            </a:r>
            <a:endParaRPr sz="1500"/>
          </a:p>
          <a:p>
            <a:pPr marL="914400" lvl="1" indent="-323850" algn="l" rtl="0">
              <a:spcBef>
                <a:spcPts val="0"/>
              </a:spcBef>
              <a:spcAft>
                <a:spcPts val="0"/>
              </a:spcAft>
              <a:buSzPts val="1500"/>
              <a:buFont typeface="Roboto"/>
              <a:buChar char="○"/>
            </a:pPr>
            <a:r>
              <a:rPr lang="en" sz="1500"/>
              <a:t>Use expert knowledge</a:t>
            </a:r>
            <a:endParaRPr sz="1500"/>
          </a:p>
          <a:p>
            <a:pPr marL="914400" lvl="1" indent="-323850" algn="l" rtl="0">
              <a:spcBef>
                <a:spcPts val="0"/>
              </a:spcBef>
              <a:spcAft>
                <a:spcPts val="0"/>
              </a:spcAft>
              <a:buSzPts val="1500"/>
              <a:buFont typeface="Roboto"/>
              <a:buChar char="○"/>
            </a:pPr>
            <a:r>
              <a:rPr lang="en" sz="1500"/>
              <a:t>Explore data itself</a:t>
            </a:r>
            <a:endParaRPr sz="1500"/>
          </a:p>
          <a:p>
            <a:pPr marL="914400" lvl="1" indent="-323850" algn="l" rtl="0">
              <a:spcBef>
                <a:spcPts val="0"/>
              </a:spcBef>
              <a:spcAft>
                <a:spcPts val="0"/>
              </a:spcAft>
              <a:buSzPts val="1500"/>
              <a:buFont typeface="Roboto"/>
              <a:buChar char="○"/>
            </a:pPr>
            <a:r>
              <a:rPr lang="en" sz="1500"/>
              <a:t>Consult data codebook (if it exists).</a:t>
            </a:r>
            <a:endParaRPr sz="1500"/>
          </a:p>
          <a:p>
            <a:pPr marL="0" lvl="0" indent="0" algn="l" rtl="0">
              <a:spcBef>
                <a:spcPts val="600"/>
              </a:spcBef>
              <a:spcAft>
                <a:spcPts val="0"/>
              </a:spcAft>
              <a:buNone/>
            </a:pPr>
            <a:r>
              <a:rPr lang="en" sz="1500"/>
              <a:t>	Affects how you </a:t>
            </a:r>
            <a:r>
              <a:rPr lang="en" sz="1500" b="1" i="1">
                <a:latin typeface="Roboto"/>
                <a:ea typeface="Roboto"/>
                <a:cs typeface="Roboto"/>
                <a:sym typeface="Roboto"/>
              </a:rPr>
              <a:t>visualize and interpret</a:t>
            </a:r>
            <a:r>
              <a:rPr lang="en" sz="1500"/>
              <a:t> the data.</a:t>
            </a:r>
            <a:endParaRPr sz="1500"/>
          </a:p>
        </p:txBody>
      </p:sp>
      <p:sp>
        <p:nvSpPr>
          <p:cNvPr id="925" name="Google Shape;925;p16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Variables Are Columns</a:t>
            </a:r>
            <a:endParaRPr/>
          </a:p>
        </p:txBody>
      </p:sp>
      <p:sp>
        <p:nvSpPr>
          <p:cNvPr id="926" name="Google Shape;926;p1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927" name="Google Shape;927;p164"/>
          <p:cNvSpPr/>
          <p:nvPr/>
        </p:nvSpPr>
        <p:spPr>
          <a:xfrm>
            <a:off x="6208350" y="4129175"/>
            <a:ext cx="2812800" cy="770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500">
                <a:latin typeface="Roboto Light"/>
                <a:ea typeface="Roboto Light"/>
                <a:cs typeface="Roboto Light"/>
                <a:sym typeface="Roboto Light"/>
              </a:rPr>
              <a:t>⚠️In this class, “variable types” are conceptual!!</a:t>
            </a:r>
            <a:endParaRPr sz="1500">
              <a:latin typeface="Roboto Light"/>
              <a:ea typeface="Roboto Light"/>
              <a:cs typeface="Roboto Light"/>
              <a:sym typeface="Roboto Light"/>
            </a:endParaRPr>
          </a:p>
        </p:txBody>
      </p:sp>
      <p:sp>
        <p:nvSpPr>
          <p:cNvPr id="928" name="Google Shape;928;p164"/>
          <p:cNvSpPr txBox="1"/>
          <p:nvPr/>
        </p:nvSpPr>
        <p:spPr>
          <a:xfrm>
            <a:off x="6303375" y="2093763"/>
            <a:ext cx="2754000" cy="923400"/>
          </a:xfrm>
          <a:prstGeom prst="rect">
            <a:avLst/>
          </a:prstGeom>
          <a:noFill/>
          <a:ln w="9525" cap="flat" cmpd="sng">
            <a:solidFill>
              <a:srgbClr val="C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rgbClr val="333333"/>
                </a:solidFill>
                <a:highlight>
                  <a:srgbClr val="FFFFFF"/>
                </a:highlight>
                <a:latin typeface="Roboto"/>
                <a:ea typeface="Roboto"/>
                <a:cs typeface="Roboto"/>
                <a:sym typeface="Roboto"/>
              </a:rPr>
              <a:t>Storage types</a:t>
            </a:r>
            <a:r>
              <a:rPr lang="en" sz="1200">
                <a:solidFill>
                  <a:srgbClr val="333333"/>
                </a:solidFill>
                <a:highlight>
                  <a:srgbClr val="FFFFFF"/>
                </a:highlight>
                <a:latin typeface="Roboto"/>
                <a:ea typeface="Roboto"/>
                <a:cs typeface="Roboto"/>
                <a:sym typeface="Roboto"/>
              </a:rPr>
              <a:t> say what operations we can write </a:t>
            </a:r>
            <a:r>
              <a:rPr lang="en" sz="1200" b="1">
                <a:solidFill>
                  <a:srgbClr val="333333"/>
                </a:solidFill>
                <a:highlight>
                  <a:srgbClr val="FFFFFF"/>
                </a:highlight>
                <a:latin typeface="Roboto"/>
                <a:ea typeface="Roboto"/>
                <a:cs typeface="Roboto"/>
                <a:sym typeface="Roboto"/>
              </a:rPr>
              <a:t>code to </a:t>
            </a:r>
            <a:r>
              <a:rPr lang="en" sz="1200" b="1" i="1">
                <a:solidFill>
                  <a:srgbClr val="333333"/>
                </a:solidFill>
                <a:highlight>
                  <a:srgbClr val="FFFFFF"/>
                </a:highlight>
                <a:latin typeface="Roboto"/>
                <a:ea typeface="Roboto"/>
                <a:cs typeface="Roboto"/>
                <a:sym typeface="Roboto"/>
              </a:rPr>
              <a:t>compute</a:t>
            </a:r>
            <a:r>
              <a:rPr lang="en" sz="1200">
                <a:solidFill>
                  <a:srgbClr val="333333"/>
                </a:solidFill>
                <a:highlight>
                  <a:srgbClr val="FFFFFF"/>
                </a:highlight>
                <a:latin typeface="Roboto"/>
                <a:ea typeface="Roboto"/>
                <a:cs typeface="Roboto"/>
                <a:sym typeface="Roboto"/>
              </a:rPr>
              <a:t>, while </a:t>
            </a:r>
            <a:r>
              <a:rPr lang="en" sz="1200" b="1">
                <a:solidFill>
                  <a:srgbClr val="333333"/>
                </a:solidFill>
                <a:highlight>
                  <a:srgbClr val="FFFFFF"/>
                </a:highlight>
                <a:latin typeface="Roboto"/>
                <a:ea typeface="Roboto"/>
                <a:cs typeface="Roboto"/>
                <a:sym typeface="Roboto"/>
              </a:rPr>
              <a:t>feature types</a:t>
            </a:r>
            <a:r>
              <a:rPr lang="en" sz="1200">
                <a:solidFill>
                  <a:srgbClr val="333333"/>
                </a:solidFill>
                <a:highlight>
                  <a:srgbClr val="FFFFFF"/>
                </a:highlight>
                <a:latin typeface="Roboto"/>
                <a:ea typeface="Roboto"/>
                <a:cs typeface="Roboto"/>
                <a:sym typeface="Roboto"/>
              </a:rPr>
              <a:t> say </a:t>
            </a:r>
            <a:r>
              <a:rPr lang="en" sz="1200" b="1">
                <a:solidFill>
                  <a:srgbClr val="333333"/>
                </a:solidFill>
                <a:highlight>
                  <a:srgbClr val="FFFFFF"/>
                </a:highlight>
                <a:latin typeface="Roboto"/>
                <a:ea typeface="Roboto"/>
                <a:cs typeface="Roboto"/>
                <a:sym typeface="Roboto"/>
              </a:rPr>
              <a:t>what operations </a:t>
            </a:r>
            <a:r>
              <a:rPr lang="en" sz="1200" b="1" i="1">
                <a:solidFill>
                  <a:srgbClr val="333333"/>
                </a:solidFill>
                <a:highlight>
                  <a:srgbClr val="FFFFFF"/>
                </a:highlight>
                <a:latin typeface="Roboto"/>
                <a:ea typeface="Roboto"/>
                <a:cs typeface="Roboto"/>
                <a:sym typeface="Roboto"/>
              </a:rPr>
              <a:t>make sense </a:t>
            </a:r>
            <a:r>
              <a:rPr lang="en" sz="1200" i="1">
                <a:solidFill>
                  <a:srgbClr val="333333"/>
                </a:solidFill>
                <a:highlight>
                  <a:srgbClr val="FFFFFF"/>
                </a:highlight>
                <a:latin typeface="Roboto"/>
                <a:ea typeface="Roboto"/>
                <a:cs typeface="Roboto"/>
                <a:sym typeface="Roboto"/>
              </a:rPr>
              <a:t>for the data</a:t>
            </a:r>
            <a:r>
              <a:rPr lang="en" sz="1200">
                <a:solidFill>
                  <a:srgbClr val="333333"/>
                </a:solidFill>
                <a:highlight>
                  <a:srgbClr val="FFFFFF"/>
                </a:highlight>
                <a:latin typeface="Roboto"/>
                <a:ea typeface="Roboto"/>
                <a:cs typeface="Roboto"/>
                <a:sym typeface="Roboto"/>
              </a:rPr>
              <a:t>.</a:t>
            </a:r>
            <a:endParaRPr/>
          </a:p>
        </p:txBody>
      </p:sp>
      <p:pic>
        <p:nvPicPr>
          <p:cNvPr id="929" name="Google Shape;929;p164"/>
          <p:cNvPicPr preferRelativeResize="0"/>
          <p:nvPr/>
        </p:nvPicPr>
        <p:blipFill>
          <a:blip r:embed="rId4">
            <a:alphaModFix/>
          </a:blip>
          <a:stretch>
            <a:fillRect/>
          </a:stretch>
        </p:blipFill>
        <p:spPr>
          <a:xfrm>
            <a:off x="4767825" y="393597"/>
            <a:ext cx="4253326" cy="1486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2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2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2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9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p165"/>
          <p:cNvSpPr/>
          <p:nvPr/>
        </p:nvSpPr>
        <p:spPr>
          <a:xfrm>
            <a:off x="1349880" y="1453275"/>
            <a:ext cx="1898400" cy="610800"/>
          </a:xfrm>
          <a:prstGeom prst="roundRect">
            <a:avLst>
              <a:gd name="adj" fmla="val 16667"/>
            </a:avLst>
          </a:prstGeom>
          <a:solidFill>
            <a:schemeClr val="lt1"/>
          </a:solidFill>
          <a:ln w="28575" cap="flat" cmpd="sng">
            <a:solidFill>
              <a:schemeClr val="accent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800" b="1">
                <a:solidFill>
                  <a:schemeClr val="accent3"/>
                </a:solidFill>
                <a:latin typeface="Roboto"/>
                <a:ea typeface="Roboto"/>
                <a:cs typeface="Roboto"/>
                <a:sym typeface="Roboto"/>
              </a:rPr>
              <a:t>Quantitative</a:t>
            </a:r>
            <a:endParaRPr sz="1100" b="1">
              <a:solidFill>
                <a:schemeClr val="accent3"/>
              </a:solidFill>
              <a:latin typeface="Roboto"/>
              <a:ea typeface="Roboto"/>
              <a:cs typeface="Roboto"/>
              <a:sym typeface="Roboto"/>
            </a:endParaRPr>
          </a:p>
        </p:txBody>
      </p:sp>
      <p:sp>
        <p:nvSpPr>
          <p:cNvPr id="936" name="Google Shape;936;p165"/>
          <p:cNvSpPr/>
          <p:nvPr/>
        </p:nvSpPr>
        <p:spPr>
          <a:xfrm>
            <a:off x="5938879" y="1453275"/>
            <a:ext cx="1898400" cy="610800"/>
          </a:xfrm>
          <a:prstGeom prst="roundRect">
            <a:avLst>
              <a:gd name="adj" fmla="val 16667"/>
            </a:avLst>
          </a:prstGeom>
          <a:solidFill>
            <a:schemeClr val="lt1"/>
          </a:solidFill>
          <a:ln w="28575"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800" b="1">
                <a:solidFill>
                  <a:schemeClr val="accent4"/>
                </a:solidFill>
                <a:latin typeface="Roboto"/>
                <a:ea typeface="Roboto"/>
                <a:cs typeface="Roboto"/>
                <a:sym typeface="Roboto"/>
              </a:rPr>
              <a:t>Qualitative</a:t>
            </a:r>
            <a:r>
              <a:rPr lang="en" sz="1400" b="1">
                <a:solidFill>
                  <a:schemeClr val="accent4"/>
                </a:solidFill>
                <a:latin typeface="Roboto"/>
                <a:ea typeface="Roboto"/>
                <a:cs typeface="Roboto"/>
                <a:sym typeface="Roboto"/>
              </a:rPr>
              <a:t> </a:t>
            </a:r>
            <a:br>
              <a:rPr lang="en" sz="1400" b="1">
                <a:solidFill>
                  <a:schemeClr val="accent4"/>
                </a:solidFill>
                <a:latin typeface="Roboto"/>
                <a:ea typeface="Roboto"/>
                <a:cs typeface="Roboto"/>
                <a:sym typeface="Roboto"/>
              </a:rPr>
            </a:br>
            <a:r>
              <a:rPr lang="en" sz="1400" b="1">
                <a:solidFill>
                  <a:schemeClr val="accent4"/>
                </a:solidFill>
                <a:latin typeface="Roboto"/>
                <a:ea typeface="Roboto"/>
                <a:cs typeface="Roboto"/>
                <a:sym typeface="Roboto"/>
              </a:rPr>
              <a:t>(categorical)</a:t>
            </a:r>
            <a:endParaRPr sz="1100" b="1">
              <a:solidFill>
                <a:schemeClr val="accent4"/>
              </a:solidFill>
              <a:latin typeface="Roboto"/>
              <a:ea typeface="Roboto"/>
              <a:cs typeface="Roboto"/>
              <a:sym typeface="Roboto"/>
            </a:endParaRPr>
          </a:p>
        </p:txBody>
      </p:sp>
      <p:sp>
        <p:nvSpPr>
          <p:cNvPr id="937" name="Google Shape;937;p165"/>
          <p:cNvSpPr/>
          <p:nvPr/>
        </p:nvSpPr>
        <p:spPr>
          <a:xfrm>
            <a:off x="3500236" y="482470"/>
            <a:ext cx="2112900" cy="666000"/>
          </a:xfrm>
          <a:prstGeom prst="roundRect">
            <a:avLst>
              <a:gd name="adj" fmla="val 16667"/>
            </a:avLst>
          </a:prstGeom>
          <a:solidFill>
            <a:schemeClr val="lt1"/>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3300">
                <a:solidFill>
                  <a:schemeClr val="dk1"/>
                </a:solidFill>
                <a:latin typeface="Roboto Light"/>
                <a:ea typeface="Roboto Light"/>
                <a:cs typeface="Roboto Light"/>
                <a:sym typeface="Roboto Light"/>
              </a:rPr>
              <a:t>Variable</a:t>
            </a:r>
            <a:endParaRPr sz="1100">
              <a:solidFill>
                <a:schemeClr val="dk1"/>
              </a:solidFill>
              <a:latin typeface="Roboto Light"/>
              <a:ea typeface="Roboto Light"/>
              <a:cs typeface="Roboto Light"/>
              <a:sym typeface="Roboto Light"/>
            </a:endParaRPr>
          </a:p>
        </p:txBody>
      </p:sp>
      <p:sp>
        <p:nvSpPr>
          <p:cNvPr id="938" name="Google Shape;938;p165"/>
          <p:cNvSpPr txBox="1"/>
          <p:nvPr/>
        </p:nvSpPr>
        <p:spPr>
          <a:xfrm>
            <a:off x="190547" y="3672272"/>
            <a:ext cx="1551300" cy="7620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b="1">
                <a:solidFill>
                  <a:schemeClr val="dk1"/>
                </a:solidFill>
                <a:latin typeface="Roboto"/>
                <a:ea typeface="Roboto"/>
                <a:cs typeface="Roboto"/>
                <a:sym typeface="Roboto"/>
              </a:rPr>
              <a:t>Examples:</a:t>
            </a:r>
            <a:endParaRPr sz="1000" b="1">
              <a:latin typeface="Roboto"/>
              <a:ea typeface="Roboto"/>
              <a:cs typeface="Roboto"/>
              <a:sym typeface="Roboto"/>
            </a:endParaRPr>
          </a:p>
          <a:p>
            <a:pPr marL="215900" marR="0" lvl="0" indent="-203200" algn="l" rtl="0">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Price</a:t>
            </a:r>
            <a:endParaRPr sz="1000">
              <a:latin typeface="Roboto Light"/>
              <a:ea typeface="Roboto Light"/>
              <a:cs typeface="Roboto Light"/>
              <a:sym typeface="Roboto Light"/>
            </a:endParaRPr>
          </a:p>
          <a:p>
            <a:pPr marL="215900" marR="0" lvl="0" indent="-203200" algn="l" rtl="0">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Temperature</a:t>
            </a:r>
            <a:endParaRPr sz="1000">
              <a:latin typeface="Roboto Light"/>
              <a:ea typeface="Roboto Light"/>
              <a:cs typeface="Roboto Light"/>
              <a:sym typeface="Roboto Light"/>
            </a:endParaRPr>
          </a:p>
        </p:txBody>
      </p:sp>
      <p:sp>
        <p:nvSpPr>
          <p:cNvPr id="939" name="Google Shape;939;p165"/>
          <p:cNvSpPr txBox="1"/>
          <p:nvPr/>
        </p:nvSpPr>
        <p:spPr>
          <a:xfrm>
            <a:off x="118250" y="3121325"/>
            <a:ext cx="1997400" cy="7620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500">
                <a:solidFill>
                  <a:schemeClr val="dk1"/>
                </a:solidFill>
                <a:latin typeface="Roboto Light"/>
                <a:ea typeface="Roboto Light"/>
                <a:cs typeface="Roboto Light"/>
                <a:sym typeface="Roboto Light"/>
              </a:rPr>
              <a:t>Could be measured to arbitrary precision.</a:t>
            </a:r>
            <a:endParaRPr sz="1100">
              <a:latin typeface="Roboto Light"/>
              <a:ea typeface="Roboto Light"/>
              <a:cs typeface="Roboto Light"/>
              <a:sym typeface="Roboto Light"/>
            </a:endParaRPr>
          </a:p>
        </p:txBody>
      </p:sp>
      <p:sp>
        <p:nvSpPr>
          <p:cNvPr id="940" name="Google Shape;940;p165"/>
          <p:cNvSpPr txBox="1"/>
          <p:nvPr/>
        </p:nvSpPr>
        <p:spPr>
          <a:xfrm>
            <a:off x="5158394" y="3642266"/>
            <a:ext cx="2109000" cy="7620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b="1">
                <a:solidFill>
                  <a:schemeClr val="dk1"/>
                </a:solidFill>
                <a:latin typeface="Roboto"/>
                <a:ea typeface="Roboto"/>
                <a:cs typeface="Roboto"/>
                <a:sym typeface="Roboto"/>
              </a:rPr>
              <a:t>Examples:</a:t>
            </a:r>
            <a:endParaRPr sz="1000" b="1">
              <a:latin typeface="Roboto"/>
              <a:ea typeface="Roboto"/>
              <a:cs typeface="Roboto"/>
              <a:sym typeface="Roboto"/>
            </a:endParaRPr>
          </a:p>
          <a:p>
            <a:pPr marL="215900" marR="0" lvl="0" indent="-203200" algn="l" rtl="0">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Preferences</a:t>
            </a:r>
            <a:endParaRPr sz="1000">
              <a:latin typeface="Roboto Light"/>
              <a:ea typeface="Roboto Light"/>
              <a:cs typeface="Roboto Light"/>
              <a:sym typeface="Roboto Light"/>
            </a:endParaRPr>
          </a:p>
          <a:p>
            <a:pPr marL="215900" marR="0" lvl="0" indent="-203200" algn="l" rtl="0">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Level of education</a:t>
            </a:r>
            <a:endParaRPr sz="1000">
              <a:latin typeface="Roboto Light"/>
              <a:ea typeface="Roboto Light"/>
              <a:cs typeface="Roboto Light"/>
              <a:sym typeface="Roboto Light"/>
            </a:endParaRPr>
          </a:p>
        </p:txBody>
      </p:sp>
      <p:sp>
        <p:nvSpPr>
          <p:cNvPr id="941" name="Google Shape;941;p165"/>
          <p:cNvSpPr txBox="1"/>
          <p:nvPr/>
        </p:nvSpPr>
        <p:spPr>
          <a:xfrm>
            <a:off x="7286087" y="3642267"/>
            <a:ext cx="2011200" cy="7620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b="1">
                <a:solidFill>
                  <a:schemeClr val="dk1"/>
                </a:solidFill>
                <a:latin typeface="Roboto"/>
                <a:ea typeface="Roboto"/>
                <a:cs typeface="Roboto"/>
                <a:sym typeface="Roboto"/>
              </a:rPr>
              <a:t>Examples:</a:t>
            </a:r>
            <a:endParaRPr sz="1000" b="1">
              <a:latin typeface="Roboto"/>
              <a:ea typeface="Roboto"/>
              <a:cs typeface="Roboto"/>
              <a:sym typeface="Roboto"/>
            </a:endParaRPr>
          </a:p>
          <a:p>
            <a:pPr marL="215900" marR="0" lvl="0" indent="-203200" algn="l" rtl="0">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Political Affiliation</a:t>
            </a:r>
            <a:endParaRPr sz="1000">
              <a:latin typeface="Roboto Light"/>
              <a:ea typeface="Roboto Light"/>
              <a:cs typeface="Roboto Light"/>
              <a:sym typeface="Roboto Light"/>
            </a:endParaRPr>
          </a:p>
          <a:p>
            <a:pPr marL="215900" marR="0" lvl="0" indent="-203200" algn="l" rtl="0">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CU lD number</a:t>
            </a:r>
            <a:endParaRPr sz="1000">
              <a:latin typeface="Roboto Light"/>
              <a:ea typeface="Roboto Light"/>
              <a:cs typeface="Roboto Light"/>
              <a:sym typeface="Roboto Light"/>
            </a:endParaRPr>
          </a:p>
        </p:txBody>
      </p:sp>
      <p:sp>
        <p:nvSpPr>
          <p:cNvPr id="942" name="Google Shape;942;p165"/>
          <p:cNvSpPr txBox="1"/>
          <p:nvPr/>
        </p:nvSpPr>
        <p:spPr>
          <a:xfrm>
            <a:off x="4503950" y="3121325"/>
            <a:ext cx="3073800" cy="7620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500">
                <a:solidFill>
                  <a:schemeClr val="dk1"/>
                </a:solidFill>
                <a:latin typeface="Roboto Light"/>
                <a:ea typeface="Roboto Light"/>
                <a:cs typeface="Roboto Light"/>
                <a:sym typeface="Roboto Light"/>
              </a:rPr>
              <a:t>Categories w/ordered levels; no consistent meaning to difference</a:t>
            </a:r>
            <a:endParaRPr sz="1100">
              <a:latin typeface="Roboto Light"/>
              <a:ea typeface="Roboto Light"/>
              <a:cs typeface="Roboto Light"/>
              <a:sym typeface="Roboto Light"/>
            </a:endParaRPr>
          </a:p>
        </p:txBody>
      </p:sp>
      <p:sp>
        <p:nvSpPr>
          <p:cNvPr id="943" name="Google Shape;943;p165"/>
          <p:cNvSpPr txBox="1"/>
          <p:nvPr/>
        </p:nvSpPr>
        <p:spPr>
          <a:xfrm>
            <a:off x="7125664" y="3121325"/>
            <a:ext cx="2197200" cy="531000"/>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en" sz="1500">
                <a:solidFill>
                  <a:schemeClr val="dk1"/>
                </a:solidFill>
                <a:latin typeface="Roboto Light"/>
                <a:ea typeface="Roboto Light"/>
                <a:cs typeface="Roboto Light"/>
                <a:sym typeface="Roboto Light"/>
              </a:rPr>
              <a:t>Categories w/ no </a:t>
            </a:r>
            <a:endParaRPr sz="1100">
              <a:latin typeface="Roboto Light"/>
              <a:ea typeface="Roboto Light"/>
              <a:cs typeface="Roboto Light"/>
              <a:sym typeface="Roboto Light"/>
            </a:endParaRPr>
          </a:p>
          <a:p>
            <a:pPr marL="0" marR="0" lvl="0" indent="0" algn="ctr" rtl="0">
              <a:spcBef>
                <a:spcPts val="0"/>
              </a:spcBef>
              <a:spcAft>
                <a:spcPts val="0"/>
              </a:spcAft>
              <a:buNone/>
            </a:pPr>
            <a:r>
              <a:rPr lang="en" sz="1500">
                <a:solidFill>
                  <a:schemeClr val="dk1"/>
                </a:solidFill>
                <a:latin typeface="Roboto Light"/>
                <a:ea typeface="Roboto Light"/>
                <a:cs typeface="Roboto Light"/>
                <a:sym typeface="Roboto Light"/>
              </a:rPr>
              <a:t>specific ordering.</a:t>
            </a:r>
            <a:endParaRPr sz="1100">
              <a:latin typeface="Roboto Light"/>
              <a:ea typeface="Roboto Light"/>
              <a:cs typeface="Roboto Light"/>
              <a:sym typeface="Roboto Light"/>
            </a:endParaRPr>
          </a:p>
        </p:txBody>
      </p:sp>
      <p:cxnSp>
        <p:nvCxnSpPr>
          <p:cNvPr id="944" name="Google Shape;944;p165"/>
          <p:cNvCxnSpPr>
            <a:stCxn id="937" idx="2"/>
            <a:endCxn id="935" idx="0"/>
          </p:cNvCxnSpPr>
          <p:nvPr/>
        </p:nvCxnSpPr>
        <p:spPr>
          <a:xfrm flipH="1">
            <a:off x="2299186" y="1148470"/>
            <a:ext cx="2257500" cy="304800"/>
          </a:xfrm>
          <a:prstGeom prst="straightConnector1">
            <a:avLst/>
          </a:prstGeom>
          <a:noFill/>
          <a:ln w="28575" cap="flat" cmpd="sng">
            <a:solidFill>
              <a:schemeClr val="dk1"/>
            </a:solidFill>
            <a:prstDash val="solid"/>
            <a:miter lim="800000"/>
            <a:headEnd type="none" w="sm" len="sm"/>
            <a:tailEnd type="triangle" w="med" len="med"/>
          </a:ln>
        </p:spPr>
      </p:cxnSp>
      <p:cxnSp>
        <p:nvCxnSpPr>
          <p:cNvPr id="945" name="Google Shape;945;p165"/>
          <p:cNvCxnSpPr>
            <a:stCxn id="937" idx="2"/>
            <a:endCxn id="936" idx="0"/>
          </p:cNvCxnSpPr>
          <p:nvPr/>
        </p:nvCxnSpPr>
        <p:spPr>
          <a:xfrm>
            <a:off x="4556686" y="1148470"/>
            <a:ext cx="2331300" cy="304800"/>
          </a:xfrm>
          <a:prstGeom prst="straightConnector1">
            <a:avLst/>
          </a:prstGeom>
          <a:noFill/>
          <a:ln w="28575" cap="flat" cmpd="sng">
            <a:solidFill>
              <a:schemeClr val="dk1"/>
            </a:solidFill>
            <a:prstDash val="solid"/>
            <a:miter lim="800000"/>
            <a:headEnd type="none" w="sm" len="sm"/>
            <a:tailEnd type="triangle" w="med" len="med"/>
          </a:ln>
        </p:spPr>
      </p:cxnSp>
      <p:sp>
        <p:nvSpPr>
          <p:cNvPr id="946" name="Google Shape;946;p165"/>
          <p:cNvSpPr/>
          <p:nvPr/>
        </p:nvSpPr>
        <p:spPr>
          <a:xfrm>
            <a:off x="5215758" y="2499926"/>
            <a:ext cx="1118400" cy="610800"/>
          </a:xfrm>
          <a:prstGeom prst="roundRect">
            <a:avLst>
              <a:gd name="adj" fmla="val 16667"/>
            </a:avLst>
          </a:prstGeom>
          <a:solidFill>
            <a:schemeClr val="lt1"/>
          </a:solidFill>
          <a:ln w="28575"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800">
                <a:solidFill>
                  <a:schemeClr val="dk1"/>
                </a:solidFill>
                <a:latin typeface="Roboto Light"/>
                <a:ea typeface="Roboto Light"/>
                <a:cs typeface="Roboto Light"/>
                <a:sym typeface="Roboto Light"/>
              </a:rPr>
              <a:t>Ordinal</a:t>
            </a:r>
            <a:endParaRPr sz="1100">
              <a:solidFill>
                <a:schemeClr val="dk1"/>
              </a:solidFill>
              <a:latin typeface="Roboto Light"/>
              <a:ea typeface="Roboto Light"/>
              <a:cs typeface="Roboto Light"/>
              <a:sym typeface="Roboto Light"/>
            </a:endParaRPr>
          </a:p>
        </p:txBody>
      </p:sp>
      <p:sp>
        <p:nvSpPr>
          <p:cNvPr id="947" name="Google Shape;947;p165"/>
          <p:cNvSpPr/>
          <p:nvPr/>
        </p:nvSpPr>
        <p:spPr>
          <a:xfrm>
            <a:off x="7442000" y="2499926"/>
            <a:ext cx="1320000" cy="610800"/>
          </a:xfrm>
          <a:prstGeom prst="roundRect">
            <a:avLst>
              <a:gd name="adj" fmla="val 16667"/>
            </a:avLst>
          </a:prstGeom>
          <a:solidFill>
            <a:schemeClr val="lt1"/>
          </a:solidFill>
          <a:ln w="28575"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800">
                <a:solidFill>
                  <a:schemeClr val="dk1"/>
                </a:solidFill>
                <a:latin typeface="Roboto Light"/>
                <a:ea typeface="Roboto Light"/>
                <a:cs typeface="Roboto Light"/>
                <a:sym typeface="Roboto Light"/>
              </a:rPr>
              <a:t>Nominal</a:t>
            </a:r>
            <a:endParaRPr sz="1100">
              <a:solidFill>
                <a:schemeClr val="dk1"/>
              </a:solidFill>
              <a:latin typeface="Roboto Light"/>
              <a:ea typeface="Roboto Light"/>
              <a:cs typeface="Roboto Light"/>
              <a:sym typeface="Roboto Light"/>
            </a:endParaRPr>
          </a:p>
        </p:txBody>
      </p:sp>
      <p:cxnSp>
        <p:nvCxnSpPr>
          <p:cNvPr id="948" name="Google Shape;948;p165"/>
          <p:cNvCxnSpPr>
            <a:stCxn id="936" idx="2"/>
            <a:endCxn id="946" idx="0"/>
          </p:cNvCxnSpPr>
          <p:nvPr/>
        </p:nvCxnSpPr>
        <p:spPr>
          <a:xfrm flipH="1">
            <a:off x="5775079" y="2064075"/>
            <a:ext cx="1113000" cy="435900"/>
          </a:xfrm>
          <a:prstGeom prst="straightConnector1">
            <a:avLst/>
          </a:prstGeom>
          <a:noFill/>
          <a:ln w="28575" cap="flat" cmpd="sng">
            <a:solidFill>
              <a:schemeClr val="dk1"/>
            </a:solidFill>
            <a:prstDash val="solid"/>
            <a:miter lim="800000"/>
            <a:headEnd type="none" w="sm" len="sm"/>
            <a:tailEnd type="triangle" w="med" len="med"/>
          </a:ln>
        </p:spPr>
      </p:cxnSp>
      <p:cxnSp>
        <p:nvCxnSpPr>
          <p:cNvPr id="949" name="Google Shape;949;p165"/>
          <p:cNvCxnSpPr>
            <a:stCxn id="936" idx="2"/>
            <a:endCxn id="947" idx="0"/>
          </p:cNvCxnSpPr>
          <p:nvPr/>
        </p:nvCxnSpPr>
        <p:spPr>
          <a:xfrm>
            <a:off x="6888079" y="2064075"/>
            <a:ext cx="1213800" cy="435900"/>
          </a:xfrm>
          <a:prstGeom prst="straightConnector1">
            <a:avLst/>
          </a:prstGeom>
          <a:noFill/>
          <a:ln w="28575" cap="flat" cmpd="sng">
            <a:solidFill>
              <a:schemeClr val="dk1"/>
            </a:solidFill>
            <a:prstDash val="solid"/>
            <a:miter lim="800000"/>
            <a:headEnd type="none" w="sm" len="sm"/>
            <a:tailEnd type="triangle" w="med" len="med"/>
          </a:ln>
        </p:spPr>
      </p:cxnSp>
      <p:sp>
        <p:nvSpPr>
          <p:cNvPr id="950" name="Google Shape;950;p165"/>
          <p:cNvSpPr/>
          <p:nvPr/>
        </p:nvSpPr>
        <p:spPr>
          <a:xfrm>
            <a:off x="177200" y="2499926"/>
            <a:ext cx="1488300" cy="610800"/>
          </a:xfrm>
          <a:prstGeom prst="roundRect">
            <a:avLst>
              <a:gd name="adj" fmla="val 16667"/>
            </a:avLst>
          </a:prstGeom>
          <a:solidFill>
            <a:schemeClr val="lt1"/>
          </a:solidFill>
          <a:ln w="28575" cap="flat" cmpd="sng">
            <a:solidFill>
              <a:schemeClr val="accent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800">
                <a:solidFill>
                  <a:schemeClr val="dk1"/>
                </a:solidFill>
                <a:latin typeface="Roboto Light"/>
                <a:ea typeface="Roboto Light"/>
                <a:cs typeface="Roboto Light"/>
                <a:sym typeface="Roboto Light"/>
              </a:rPr>
              <a:t>Continuous</a:t>
            </a:r>
            <a:endParaRPr sz="1100">
              <a:solidFill>
                <a:schemeClr val="dk1"/>
              </a:solidFill>
              <a:latin typeface="Roboto Light"/>
              <a:ea typeface="Roboto Light"/>
              <a:cs typeface="Roboto Light"/>
              <a:sym typeface="Roboto Light"/>
            </a:endParaRPr>
          </a:p>
        </p:txBody>
      </p:sp>
      <p:sp>
        <p:nvSpPr>
          <p:cNvPr id="951" name="Google Shape;951;p165"/>
          <p:cNvSpPr/>
          <p:nvPr/>
        </p:nvSpPr>
        <p:spPr>
          <a:xfrm>
            <a:off x="2932659" y="2499926"/>
            <a:ext cx="1118400" cy="610800"/>
          </a:xfrm>
          <a:prstGeom prst="roundRect">
            <a:avLst>
              <a:gd name="adj" fmla="val 16667"/>
            </a:avLst>
          </a:prstGeom>
          <a:solidFill>
            <a:schemeClr val="lt1"/>
          </a:solidFill>
          <a:ln w="28575" cap="flat" cmpd="sng">
            <a:solidFill>
              <a:schemeClr val="accent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800">
                <a:solidFill>
                  <a:schemeClr val="dk1"/>
                </a:solidFill>
                <a:latin typeface="Roboto Light"/>
                <a:ea typeface="Roboto Light"/>
                <a:cs typeface="Roboto Light"/>
                <a:sym typeface="Roboto Light"/>
              </a:rPr>
              <a:t>Discrete</a:t>
            </a:r>
            <a:endParaRPr sz="1100">
              <a:solidFill>
                <a:schemeClr val="dk1"/>
              </a:solidFill>
              <a:latin typeface="Roboto Light"/>
              <a:ea typeface="Roboto Light"/>
              <a:cs typeface="Roboto Light"/>
              <a:sym typeface="Roboto Light"/>
            </a:endParaRPr>
          </a:p>
        </p:txBody>
      </p:sp>
      <p:cxnSp>
        <p:nvCxnSpPr>
          <p:cNvPr id="952" name="Google Shape;952;p165"/>
          <p:cNvCxnSpPr>
            <a:stCxn id="935" idx="2"/>
            <a:endCxn id="950" idx="0"/>
          </p:cNvCxnSpPr>
          <p:nvPr/>
        </p:nvCxnSpPr>
        <p:spPr>
          <a:xfrm flipH="1">
            <a:off x="921480" y="2064075"/>
            <a:ext cx="1377600" cy="435900"/>
          </a:xfrm>
          <a:prstGeom prst="straightConnector1">
            <a:avLst/>
          </a:prstGeom>
          <a:noFill/>
          <a:ln w="28575" cap="flat" cmpd="sng">
            <a:solidFill>
              <a:schemeClr val="dk1"/>
            </a:solidFill>
            <a:prstDash val="solid"/>
            <a:miter lim="800000"/>
            <a:headEnd type="none" w="sm" len="sm"/>
            <a:tailEnd type="triangle" w="med" len="med"/>
          </a:ln>
        </p:spPr>
      </p:cxnSp>
      <p:cxnSp>
        <p:nvCxnSpPr>
          <p:cNvPr id="953" name="Google Shape;953;p165"/>
          <p:cNvCxnSpPr>
            <a:stCxn id="935" idx="2"/>
            <a:endCxn id="951" idx="0"/>
          </p:cNvCxnSpPr>
          <p:nvPr/>
        </p:nvCxnSpPr>
        <p:spPr>
          <a:xfrm>
            <a:off x="2299080" y="2064075"/>
            <a:ext cx="1192800" cy="435900"/>
          </a:xfrm>
          <a:prstGeom prst="straightConnector1">
            <a:avLst/>
          </a:prstGeom>
          <a:noFill/>
          <a:ln w="28575" cap="flat" cmpd="sng">
            <a:solidFill>
              <a:schemeClr val="dk1"/>
            </a:solidFill>
            <a:prstDash val="solid"/>
            <a:miter lim="800000"/>
            <a:headEnd type="none" w="sm" len="sm"/>
            <a:tailEnd type="triangle" w="med" len="med"/>
          </a:ln>
        </p:spPr>
      </p:cxnSp>
      <p:sp>
        <p:nvSpPr>
          <p:cNvPr id="954" name="Google Shape;954;p165"/>
          <p:cNvSpPr txBox="1"/>
          <p:nvPr/>
        </p:nvSpPr>
        <p:spPr>
          <a:xfrm>
            <a:off x="2830149" y="3672272"/>
            <a:ext cx="2081100" cy="7620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b="1">
                <a:solidFill>
                  <a:schemeClr val="dk1"/>
                </a:solidFill>
                <a:latin typeface="Roboto"/>
                <a:ea typeface="Roboto"/>
                <a:cs typeface="Roboto"/>
                <a:sym typeface="Roboto"/>
              </a:rPr>
              <a:t>Examples:</a:t>
            </a:r>
            <a:endParaRPr sz="1000" b="1">
              <a:latin typeface="Roboto"/>
              <a:ea typeface="Roboto"/>
              <a:cs typeface="Roboto"/>
              <a:sym typeface="Roboto"/>
            </a:endParaRPr>
          </a:p>
          <a:p>
            <a:pPr marL="215900" marR="0" lvl="0" indent="-203200" algn="l" rtl="0">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Number of siblings</a:t>
            </a:r>
            <a:endParaRPr sz="1000">
              <a:latin typeface="Roboto Light"/>
              <a:ea typeface="Roboto Light"/>
              <a:cs typeface="Roboto Light"/>
              <a:sym typeface="Roboto Light"/>
            </a:endParaRPr>
          </a:p>
          <a:p>
            <a:pPr marL="215900" marR="0" lvl="0" indent="-203200" algn="l" rtl="0">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Yrs of education</a:t>
            </a:r>
            <a:endParaRPr sz="1000">
              <a:latin typeface="Roboto Light"/>
              <a:ea typeface="Roboto Light"/>
              <a:cs typeface="Roboto Light"/>
              <a:sym typeface="Roboto Light"/>
            </a:endParaRPr>
          </a:p>
        </p:txBody>
      </p:sp>
      <p:sp>
        <p:nvSpPr>
          <p:cNvPr id="955" name="Google Shape;955;p165"/>
          <p:cNvSpPr txBox="1"/>
          <p:nvPr/>
        </p:nvSpPr>
        <p:spPr>
          <a:xfrm>
            <a:off x="17000" y="850725"/>
            <a:ext cx="1898400" cy="9924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500" b="1">
                <a:solidFill>
                  <a:schemeClr val="accent3"/>
                </a:solidFill>
                <a:latin typeface="Roboto"/>
                <a:ea typeface="Roboto"/>
                <a:cs typeface="Roboto"/>
                <a:sym typeface="Roboto"/>
              </a:rPr>
              <a:t>Ratios and intervals have consistent</a:t>
            </a:r>
            <a:br>
              <a:rPr lang="en" sz="1500" b="1">
                <a:solidFill>
                  <a:schemeClr val="accent3"/>
                </a:solidFill>
                <a:latin typeface="Roboto"/>
                <a:ea typeface="Roboto"/>
                <a:cs typeface="Roboto"/>
                <a:sym typeface="Roboto"/>
              </a:rPr>
            </a:br>
            <a:r>
              <a:rPr lang="en" sz="1500" b="1">
                <a:solidFill>
                  <a:schemeClr val="accent3"/>
                </a:solidFill>
                <a:latin typeface="Roboto"/>
                <a:ea typeface="Roboto"/>
                <a:cs typeface="Roboto"/>
                <a:sym typeface="Roboto"/>
              </a:rPr>
              <a:t>meaning.</a:t>
            </a:r>
            <a:endParaRPr sz="1100" b="1">
              <a:solidFill>
                <a:schemeClr val="accent3"/>
              </a:solidFill>
              <a:latin typeface="Roboto"/>
              <a:ea typeface="Roboto"/>
              <a:cs typeface="Roboto"/>
              <a:sym typeface="Roboto"/>
            </a:endParaRPr>
          </a:p>
        </p:txBody>
      </p:sp>
      <p:sp>
        <p:nvSpPr>
          <p:cNvPr id="956" name="Google Shape;956;p165"/>
          <p:cNvSpPr txBox="1"/>
          <p:nvPr/>
        </p:nvSpPr>
        <p:spPr>
          <a:xfrm>
            <a:off x="2455375" y="3121325"/>
            <a:ext cx="2109000" cy="5310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100">
                <a:solidFill>
                  <a:schemeClr val="dk1"/>
                </a:solidFill>
                <a:latin typeface="Roboto Light"/>
                <a:ea typeface="Roboto Light"/>
                <a:cs typeface="Roboto Light"/>
                <a:sym typeface="Roboto Light"/>
              </a:rPr>
              <a:t>Stored as integers where intervals have consistent meaning</a:t>
            </a:r>
            <a:endParaRPr sz="700">
              <a:latin typeface="Roboto Light"/>
              <a:ea typeface="Roboto Light"/>
              <a:cs typeface="Roboto Light"/>
              <a:sym typeface="Roboto Light"/>
            </a:endParaRPr>
          </a:p>
        </p:txBody>
      </p:sp>
      <p:sp>
        <p:nvSpPr>
          <p:cNvPr id="957" name="Google Shape;957;p1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958" name="Google Shape;958;p165"/>
          <p:cNvSpPr/>
          <p:nvPr/>
        </p:nvSpPr>
        <p:spPr>
          <a:xfrm>
            <a:off x="2753025" y="4525825"/>
            <a:ext cx="5767800" cy="531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latin typeface="Roboto Light"/>
                <a:ea typeface="Roboto Light"/>
                <a:cs typeface="Roboto Light"/>
                <a:sym typeface="Roboto Light"/>
              </a:rPr>
              <a:t>Note that </a:t>
            </a:r>
            <a:r>
              <a:rPr lang="en" sz="1600" b="1">
                <a:latin typeface="Roboto"/>
                <a:ea typeface="Roboto"/>
                <a:cs typeface="Roboto"/>
                <a:sym typeface="Roboto"/>
              </a:rPr>
              <a:t>qualitative variables</a:t>
            </a:r>
            <a:r>
              <a:rPr lang="en" sz="1600">
                <a:latin typeface="Roboto Light"/>
                <a:ea typeface="Roboto Light"/>
                <a:cs typeface="Roboto Light"/>
                <a:sym typeface="Roboto Light"/>
              </a:rPr>
              <a:t> could have numeric levels; conversely, </a:t>
            </a:r>
            <a:r>
              <a:rPr lang="en" sz="1600" b="1">
                <a:latin typeface="Roboto"/>
                <a:ea typeface="Roboto"/>
                <a:cs typeface="Roboto"/>
                <a:sym typeface="Roboto"/>
              </a:rPr>
              <a:t>quantitative variables</a:t>
            </a:r>
            <a:r>
              <a:rPr lang="en" sz="1600">
                <a:latin typeface="Roboto Light"/>
                <a:ea typeface="Roboto Light"/>
                <a:cs typeface="Roboto Light"/>
                <a:sym typeface="Roboto Light"/>
              </a:rPr>
              <a:t> could be stored as strings!</a:t>
            </a:r>
            <a:endParaRPr sz="1600">
              <a:latin typeface="Roboto Light"/>
              <a:ea typeface="Roboto Light"/>
              <a:cs typeface="Roboto Light"/>
              <a:sym typeface="Roboto Light"/>
            </a:endParaRPr>
          </a:p>
        </p:txBody>
      </p:sp>
      <p:sp>
        <p:nvSpPr>
          <p:cNvPr id="959" name="Google Shape;959;p165"/>
          <p:cNvSpPr txBox="1">
            <a:spLocks noGrp="1"/>
          </p:cNvSpPr>
          <p:nvPr>
            <p:ph type="title"/>
          </p:nvPr>
        </p:nvSpPr>
        <p:spPr>
          <a:xfrm>
            <a:off x="0" y="0"/>
            <a:ext cx="8520600" cy="3936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3300"/>
              <a:buFont typeface="Century Gothic"/>
              <a:buNone/>
            </a:pPr>
            <a:r>
              <a:rPr lang="en"/>
              <a:t>Variable Feature Types</a:t>
            </a:r>
            <a:endParaRPr/>
          </a:p>
        </p:txBody>
      </p:sp>
      <p:sp>
        <p:nvSpPr>
          <p:cNvPr id="960" name="Google Shape;960;p165"/>
          <p:cNvSpPr txBox="1"/>
          <p:nvPr/>
        </p:nvSpPr>
        <p:spPr>
          <a:xfrm>
            <a:off x="5856150" y="433900"/>
            <a:ext cx="2616300" cy="831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b="1">
                <a:solidFill>
                  <a:schemeClr val="accent2"/>
                </a:solidFill>
                <a:latin typeface="Roboto"/>
                <a:ea typeface="Roboto"/>
                <a:cs typeface="Roboto"/>
                <a:sym typeface="Roboto"/>
              </a:rPr>
              <a:t>Many variables do not sit neatly in one of these categories!!</a:t>
            </a:r>
            <a:endParaRPr b="1">
              <a:solidFill>
                <a:schemeClr val="accent2"/>
              </a:solidFill>
              <a:latin typeface="Roboto"/>
              <a:ea typeface="Roboto"/>
              <a:cs typeface="Roboto"/>
              <a:sym typeface="Roboto"/>
            </a:endParaRPr>
          </a:p>
        </p:txBody>
      </p:sp>
      <p:sp>
        <p:nvSpPr>
          <p:cNvPr id="961" name="Google Shape;961;p165"/>
          <p:cNvSpPr/>
          <p:nvPr/>
        </p:nvSpPr>
        <p:spPr>
          <a:xfrm>
            <a:off x="1698850" y="1035909"/>
            <a:ext cx="376000" cy="362600"/>
          </a:xfrm>
          <a:custGeom>
            <a:avLst/>
            <a:gdLst/>
            <a:ahLst/>
            <a:cxnLst/>
            <a:rect l="l" t="t" r="r" b="b"/>
            <a:pathLst>
              <a:path w="15040" h="14504" extrusionOk="0">
                <a:moveTo>
                  <a:pt x="0" y="238"/>
                </a:moveTo>
                <a:cubicBezTo>
                  <a:pt x="3139" y="238"/>
                  <a:pt x="6695" y="-627"/>
                  <a:pt x="9386" y="988"/>
                </a:cubicBezTo>
                <a:cubicBezTo>
                  <a:pt x="13396" y="3393"/>
                  <a:pt x="17323" y="12413"/>
                  <a:pt x="13141" y="14504"/>
                </a:cubicBezTo>
              </a:path>
            </a:pathLst>
          </a:custGeom>
          <a:noFill/>
          <a:ln w="19050" cap="flat" cmpd="sng">
            <a:solidFill>
              <a:schemeClr val="accent3"/>
            </a:solidFill>
            <a:prstDash val="solid"/>
            <a:round/>
            <a:headEnd type="none" w="med" len="me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9"/>
                                        </p:tgtEl>
                                        <p:attrNameLst>
                                          <p:attrName>style.visibility</p:attrName>
                                        </p:attrNameLst>
                                      </p:cBhvr>
                                      <p:to>
                                        <p:strVal val="visible"/>
                                      </p:to>
                                    </p:set>
                                  </p:childTnLst>
                                </p:cTn>
                              </p:par>
                              <p:par>
                                <p:cTn id="9" presetID="10" presetClass="entr" presetSubtype="0" fill="hold" nodeType="withEffect">
                                  <p:stCondLst>
                                    <p:cond delay="0"/>
                                  </p:stCondLst>
                                  <p:childTnLst>
                                    <p:set>
                                      <p:cBhvr>
                                        <p:cTn id="10" dur="1" fill="hold">
                                          <p:stCondLst>
                                            <p:cond delay="0"/>
                                          </p:stCondLst>
                                        </p:cTn>
                                        <p:tgtEl>
                                          <p:spTgt spid="950"/>
                                        </p:tgtEl>
                                        <p:attrNameLst>
                                          <p:attrName>style.visibility</p:attrName>
                                        </p:attrNameLst>
                                      </p:cBhvr>
                                      <p:to>
                                        <p:strVal val="visible"/>
                                      </p:to>
                                    </p:set>
                                    <p:animEffect transition="in" filter="fade">
                                      <p:cBhvr>
                                        <p:cTn id="11" dur="1"/>
                                        <p:tgtEl>
                                          <p:spTgt spid="950"/>
                                        </p:tgtEl>
                                      </p:cBhvr>
                                    </p:animEffect>
                                  </p:childTnLst>
                                </p:cTn>
                              </p:par>
                              <p:par>
                                <p:cTn id="12" presetID="10" presetClass="entr" presetSubtype="0" fill="hold" nodeType="withEffect">
                                  <p:stCondLst>
                                    <p:cond delay="0"/>
                                  </p:stCondLst>
                                  <p:childTnLst>
                                    <p:set>
                                      <p:cBhvr>
                                        <p:cTn id="13" dur="1" fill="hold">
                                          <p:stCondLst>
                                            <p:cond delay="0"/>
                                          </p:stCondLst>
                                        </p:cTn>
                                        <p:tgtEl>
                                          <p:spTgt spid="951"/>
                                        </p:tgtEl>
                                        <p:attrNameLst>
                                          <p:attrName>style.visibility</p:attrName>
                                        </p:attrNameLst>
                                      </p:cBhvr>
                                      <p:to>
                                        <p:strVal val="visible"/>
                                      </p:to>
                                    </p:set>
                                    <p:animEffect transition="in" filter="fade">
                                      <p:cBhvr>
                                        <p:cTn id="14" dur="1"/>
                                        <p:tgtEl>
                                          <p:spTgt spid="951"/>
                                        </p:tgtEl>
                                      </p:cBhvr>
                                    </p:animEffect>
                                  </p:childTnLst>
                                </p:cTn>
                              </p:par>
                              <p:par>
                                <p:cTn id="15" presetID="10" presetClass="entr" presetSubtype="0" fill="hold" nodeType="withEffect">
                                  <p:stCondLst>
                                    <p:cond delay="0"/>
                                  </p:stCondLst>
                                  <p:childTnLst>
                                    <p:set>
                                      <p:cBhvr>
                                        <p:cTn id="16" dur="1" fill="hold">
                                          <p:stCondLst>
                                            <p:cond delay="0"/>
                                          </p:stCondLst>
                                        </p:cTn>
                                        <p:tgtEl>
                                          <p:spTgt spid="952"/>
                                        </p:tgtEl>
                                        <p:attrNameLst>
                                          <p:attrName>style.visibility</p:attrName>
                                        </p:attrNameLst>
                                      </p:cBhvr>
                                      <p:to>
                                        <p:strVal val="visible"/>
                                      </p:to>
                                    </p:set>
                                    <p:animEffect transition="in" filter="fade">
                                      <p:cBhvr>
                                        <p:cTn id="17" dur="1"/>
                                        <p:tgtEl>
                                          <p:spTgt spid="952"/>
                                        </p:tgtEl>
                                      </p:cBhvr>
                                    </p:animEffect>
                                  </p:childTnLst>
                                </p:cTn>
                              </p:par>
                              <p:par>
                                <p:cTn id="18" presetID="1" presetClass="entr" presetSubtype="0" fill="hold" nodeType="withEffect">
                                  <p:stCondLst>
                                    <p:cond delay="0"/>
                                  </p:stCondLst>
                                  <p:childTnLst>
                                    <p:set>
                                      <p:cBhvr>
                                        <p:cTn id="19" dur="1" fill="hold">
                                          <p:stCondLst>
                                            <p:cond delay="0"/>
                                          </p:stCondLst>
                                        </p:cTn>
                                        <p:tgtEl>
                                          <p:spTgt spid="953"/>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956"/>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95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940"/>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941"/>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942"/>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943"/>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946"/>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947"/>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948"/>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94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9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16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Class Exercise</a:t>
            </a:r>
            <a:endParaRPr/>
          </a:p>
        </p:txBody>
      </p:sp>
      <p:sp>
        <p:nvSpPr>
          <p:cNvPr id="967" name="Google Shape;967;p1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968" name="Google Shape;968;p166"/>
          <p:cNvSpPr/>
          <p:nvPr/>
        </p:nvSpPr>
        <p:spPr>
          <a:xfrm>
            <a:off x="745025" y="486775"/>
            <a:ext cx="3461400" cy="683100"/>
          </a:xfrm>
          <a:prstGeom prst="rect">
            <a:avLst/>
          </a:prstGeom>
          <a:solidFill>
            <a:srgbClr val="FCE5C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What is the feature type of each variable?</a:t>
            </a:r>
            <a:endParaRPr>
              <a:latin typeface="Roboto"/>
              <a:ea typeface="Roboto"/>
              <a:cs typeface="Roboto"/>
              <a:sym typeface="Roboto"/>
            </a:endParaRPr>
          </a:p>
        </p:txBody>
      </p:sp>
      <p:sp>
        <p:nvSpPr>
          <p:cNvPr id="969" name="Google Shape;969;p166"/>
          <p:cNvSpPr txBox="1"/>
          <p:nvPr/>
        </p:nvSpPr>
        <p:spPr>
          <a:xfrm>
            <a:off x="107050" y="478175"/>
            <a:ext cx="5487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900">
                <a:latin typeface="Roboto Light"/>
                <a:ea typeface="Roboto Light"/>
                <a:cs typeface="Roboto Light"/>
                <a:sym typeface="Roboto Light"/>
              </a:rPr>
              <a:t>🤔</a:t>
            </a:r>
            <a:endParaRPr sz="3900">
              <a:latin typeface="Roboto Light"/>
              <a:ea typeface="Roboto Light"/>
              <a:cs typeface="Roboto Light"/>
              <a:sym typeface="Roboto Light"/>
            </a:endParaRPr>
          </a:p>
        </p:txBody>
      </p:sp>
      <p:graphicFrame>
        <p:nvGraphicFramePr>
          <p:cNvPr id="970" name="Google Shape;970;p166"/>
          <p:cNvGraphicFramePr/>
          <p:nvPr/>
        </p:nvGraphicFramePr>
        <p:xfrm>
          <a:off x="356925" y="1263053"/>
          <a:ext cx="4749375" cy="3660760"/>
        </p:xfrm>
        <a:graphic>
          <a:graphicData uri="http://schemas.openxmlformats.org/drawingml/2006/table">
            <a:tbl>
              <a:tblPr firstRow="1" bandRow="1">
                <a:noFill/>
                <a:tableStyleId>{6186E53E-2147-467E-89F3-FA14EC4E1221}</a:tableStyleId>
              </a:tblPr>
              <a:tblGrid>
                <a:gridCol w="342725">
                  <a:extLst>
                    <a:ext uri="{9D8B030D-6E8A-4147-A177-3AD203B41FA5}">
                      <a16:colId xmlns:a16="http://schemas.microsoft.com/office/drawing/2014/main" val="20000"/>
                    </a:ext>
                  </a:extLst>
                </a:gridCol>
                <a:gridCol w="1921375">
                  <a:extLst>
                    <a:ext uri="{9D8B030D-6E8A-4147-A177-3AD203B41FA5}">
                      <a16:colId xmlns:a16="http://schemas.microsoft.com/office/drawing/2014/main" val="20001"/>
                    </a:ext>
                  </a:extLst>
                </a:gridCol>
                <a:gridCol w="2485275">
                  <a:extLst>
                    <a:ext uri="{9D8B030D-6E8A-4147-A177-3AD203B41FA5}">
                      <a16:colId xmlns:a16="http://schemas.microsoft.com/office/drawing/2014/main" val="20002"/>
                    </a:ext>
                  </a:extLst>
                </a:gridCol>
              </a:tblGrid>
              <a:tr h="424700">
                <a:tc>
                  <a:txBody>
                    <a:bodyPr/>
                    <a:lstStyle/>
                    <a:p>
                      <a:pPr marL="0" marR="0" lvl="0" indent="0" algn="l" rtl="0">
                        <a:spcBef>
                          <a:spcPts val="0"/>
                        </a:spcBef>
                        <a:spcAft>
                          <a:spcPts val="0"/>
                        </a:spcAft>
                        <a:buNone/>
                      </a:pPr>
                      <a:r>
                        <a:rPr lang="en" sz="1600">
                          <a:latin typeface="Roboto"/>
                          <a:ea typeface="Roboto"/>
                          <a:cs typeface="Roboto"/>
                          <a:sym typeface="Roboto"/>
                        </a:rPr>
                        <a:t>Q</a:t>
                      </a:r>
                      <a:endParaRPr sz="1600">
                        <a:latin typeface="Roboto"/>
                        <a:ea typeface="Roboto"/>
                        <a:cs typeface="Roboto"/>
                        <a:sym typeface="Roboto"/>
                      </a:endParaRPr>
                    </a:p>
                  </a:txBody>
                  <a:tcPr marL="68600" marR="68600" marT="34300" marB="34300" anchor="b">
                    <a:solidFill>
                      <a:schemeClr val="accent3"/>
                    </a:solidFill>
                  </a:tcPr>
                </a:tc>
                <a:tc>
                  <a:txBody>
                    <a:bodyPr/>
                    <a:lstStyle/>
                    <a:p>
                      <a:pPr marL="0" marR="0" lvl="0" indent="0" algn="l" rtl="0">
                        <a:spcBef>
                          <a:spcPts val="0"/>
                        </a:spcBef>
                        <a:spcAft>
                          <a:spcPts val="0"/>
                        </a:spcAft>
                        <a:buNone/>
                      </a:pPr>
                      <a:r>
                        <a:rPr lang="en" sz="1600">
                          <a:latin typeface="Roboto"/>
                          <a:ea typeface="Roboto"/>
                          <a:cs typeface="Roboto"/>
                          <a:sym typeface="Roboto"/>
                        </a:rPr>
                        <a:t>Variable</a:t>
                      </a:r>
                      <a:endParaRPr sz="1600">
                        <a:latin typeface="Roboto"/>
                        <a:ea typeface="Roboto"/>
                        <a:cs typeface="Roboto"/>
                        <a:sym typeface="Roboto"/>
                      </a:endParaRPr>
                    </a:p>
                  </a:txBody>
                  <a:tcPr marL="68600" marR="68600" marT="34300" marB="34300" anchor="b">
                    <a:solidFill>
                      <a:schemeClr val="accent3"/>
                    </a:solidFill>
                  </a:tcPr>
                </a:tc>
                <a:tc>
                  <a:txBody>
                    <a:bodyPr/>
                    <a:lstStyle/>
                    <a:p>
                      <a:pPr marL="0" marR="0" lvl="0" indent="0" algn="l" rtl="0">
                        <a:spcBef>
                          <a:spcPts val="0"/>
                        </a:spcBef>
                        <a:spcAft>
                          <a:spcPts val="0"/>
                        </a:spcAft>
                        <a:buNone/>
                      </a:pPr>
                      <a:r>
                        <a:rPr lang="en" sz="1600">
                          <a:latin typeface="Roboto"/>
                          <a:ea typeface="Roboto"/>
                          <a:cs typeface="Roboto"/>
                          <a:sym typeface="Roboto"/>
                        </a:rPr>
                        <a:t>Feature Type</a:t>
                      </a:r>
                      <a:endParaRPr sz="1300">
                        <a:latin typeface="Roboto"/>
                        <a:ea typeface="Roboto"/>
                        <a:cs typeface="Roboto"/>
                        <a:sym typeface="Roboto"/>
                      </a:endParaRPr>
                    </a:p>
                  </a:txBody>
                  <a:tcPr marL="68600" marR="68600" marT="34300" marB="34300" anchor="b">
                    <a:solidFill>
                      <a:schemeClr val="accent3"/>
                    </a:solidFill>
                  </a:tcPr>
                </a:tc>
                <a:extLst>
                  <a:ext uri="{0D108BD9-81ED-4DB2-BD59-A6C34878D82A}">
                    <a16:rowId xmlns:a16="http://schemas.microsoft.com/office/drawing/2014/main" val="10000"/>
                  </a:ext>
                </a:extLst>
              </a:tr>
              <a:tr h="424700">
                <a:tc>
                  <a:txBody>
                    <a:bodyPr/>
                    <a:lstStyle/>
                    <a:p>
                      <a:pPr marL="0" marR="0" lvl="0" indent="0" algn="l" rtl="0">
                        <a:spcBef>
                          <a:spcPts val="0"/>
                        </a:spcBef>
                        <a:spcAft>
                          <a:spcPts val="0"/>
                        </a:spcAft>
                        <a:buNone/>
                      </a:pPr>
                      <a:r>
                        <a:rPr lang="en" sz="1600">
                          <a:latin typeface="Roboto Light"/>
                          <a:ea typeface="Roboto Light"/>
                          <a:cs typeface="Roboto Light"/>
                          <a:sym typeface="Roboto Light"/>
                        </a:rPr>
                        <a:t>1</a:t>
                      </a:r>
                      <a:endParaRPr sz="1600">
                        <a:latin typeface="Roboto Light"/>
                        <a:ea typeface="Roboto Light"/>
                        <a:cs typeface="Roboto Light"/>
                        <a:sym typeface="Roboto Light"/>
                      </a:endParaRPr>
                    </a:p>
                  </a:txBody>
                  <a:tcPr marL="68600" marR="68600" marT="34300" marB="34300">
                    <a:solidFill>
                      <a:srgbClr val="F3F3F3"/>
                    </a:solidFill>
                  </a:tcPr>
                </a:tc>
                <a:tc>
                  <a:txBody>
                    <a:bodyPr/>
                    <a:lstStyle/>
                    <a:p>
                      <a:pPr marL="0" marR="0" lvl="0" indent="0" algn="l" rtl="0">
                        <a:spcBef>
                          <a:spcPts val="0"/>
                        </a:spcBef>
                        <a:spcAft>
                          <a:spcPts val="0"/>
                        </a:spcAft>
                        <a:buNone/>
                      </a:pPr>
                      <a:r>
                        <a:rPr lang="en" sz="1600">
                          <a:latin typeface="Roboto Light"/>
                          <a:ea typeface="Roboto Light"/>
                          <a:cs typeface="Roboto Light"/>
                          <a:sym typeface="Roboto Light"/>
                        </a:rPr>
                        <a:t>CO</a:t>
                      </a:r>
                      <a:r>
                        <a:rPr lang="en" sz="1600" baseline="-25000">
                          <a:latin typeface="Roboto Light"/>
                          <a:ea typeface="Roboto Light"/>
                          <a:cs typeface="Roboto Light"/>
                          <a:sym typeface="Roboto Light"/>
                        </a:rPr>
                        <a:t>2</a:t>
                      </a:r>
                      <a:r>
                        <a:rPr lang="en" sz="1600">
                          <a:latin typeface="Roboto Light"/>
                          <a:ea typeface="Roboto Light"/>
                          <a:cs typeface="Roboto Light"/>
                          <a:sym typeface="Roboto Light"/>
                        </a:rPr>
                        <a:t> level (PPM)</a:t>
                      </a:r>
                      <a:endParaRPr sz="1600">
                        <a:latin typeface="Roboto Light"/>
                        <a:ea typeface="Roboto Light"/>
                        <a:cs typeface="Roboto Light"/>
                        <a:sym typeface="Roboto Light"/>
                      </a:endParaRPr>
                    </a:p>
                  </a:txBody>
                  <a:tcPr marL="68600" marR="68600" marT="34300" marB="34300">
                    <a:solidFill>
                      <a:srgbClr val="F3F3F3"/>
                    </a:solidFill>
                  </a:tcPr>
                </a:tc>
                <a:tc>
                  <a:txBody>
                    <a:bodyPr/>
                    <a:lstStyle/>
                    <a:p>
                      <a:pPr marL="0" marR="0" lvl="0" indent="0" algn="l" rtl="0">
                        <a:spcBef>
                          <a:spcPts val="0"/>
                        </a:spcBef>
                        <a:spcAft>
                          <a:spcPts val="0"/>
                        </a:spcAft>
                        <a:buNone/>
                      </a:pPr>
                      <a:endParaRPr sz="1600">
                        <a:latin typeface="Roboto Light"/>
                        <a:ea typeface="Roboto Light"/>
                        <a:cs typeface="Roboto Light"/>
                        <a:sym typeface="Roboto Light"/>
                      </a:endParaRPr>
                    </a:p>
                  </a:txBody>
                  <a:tcPr marL="68600" marR="68600" marT="34300" marB="34300">
                    <a:solidFill>
                      <a:srgbClr val="F3F3F3"/>
                    </a:solidFill>
                  </a:tcPr>
                </a:tc>
                <a:extLst>
                  <a:ext uri="{0D108BD9-81ED-4DB2-BD59-A6C34878D82A}">
                    <a16:rowId xmlns:a16="http://schemas.microsoft.com/office/drawing/2014/main" val="10001"/>
                  </a:ext>
                </a:extLst>
              </a:tr>
              <a:tr h="424700">
                <a:tc>
                  <a:txBody>
                    <a:bodyPr/>
                    <a:lstStyle/>
                    <a:p>
                      <a:pPr marL="0" marR="0" lvl="0" indent="0" algn="l" rtl="0">
                        <a:spcBef>
                          <a:spcPts val="0"/>
                        </a:spcBef>
                        <a:spcAft>
                          <a:spcPts val="0"/>
                        </a:spcAft>
                        <a:buNone/>
                      </a:pPr>
                      <a:r>
                        <a:rPr lang="en" sz="1600">
                          <a:latin typeface="Roboto Light"/>
                          <a:ea typeface="Roboto Light"/>
                          <a:cs typeface="Roboto Light"/>
                          <a:sym typeface="Roboto Light"/>
                        </a:rPr>
                        <a:t>2</a:t>
                      </a:r>
                      <a:endParaRPr sz="16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600">
                          <a:latin typeface="Roboto Light"/>
                          <a:ea typeface="Roboto Light"/>
                          <a:cs typeface="Roboto Light"/>
                          <a:sym typeface="Roboto Light"/>
                        </a:rPr>
                        <a:t>Number of siblings</a:t>
                      </a:r>
                      <a:endParaRPr sz="13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endParaRPr sz="1600">
                        <a:latin typeface="Roboto Light"/>
                        <a:ea typeface="Roboto Light"/>
                        <a:cs typeface="Roboto Light"/>
                        <a:sym typeface="Roboto Light"/>
                      </a:endParaRPr>
                    </a:p>
                  </a:txBody>
                  <a:tcPr marL="68600" marR="68600" marT="34300" marB="34300"/>
                </a:tc>
                <a:extLst>
                  <a:ext uri="{0D108BD9-81ED-4DB2-BD59-A6C34878D82A}">
                    <a16:rowId xmlns:a16="http://schemas.microsoft.com/office/drawing/2014/main" val="10002"/>
                  </a:ext>
                </a:extLst>
              </a:tr>
              <a:tr h="424700">
                <a:tc>
                  <a:txBody>
                    <a:bodyPr/>
                    <a:lstStyle/>
                    <a:p>
                      <a:pPr marL="0" marR="0" lvl="0" indent="0" algn="l" rtl="0">
                        <a:spcBef>
                          <a:spcPts val="0"/>
                        </a:spcBef>
                        <a:spcAft>
                          <a:spcPts val="0"/>
                        </a:spcAft>
                        <a:buNone/>
                      </a:pPr>
                      <a:r>
                        <a:rPr lang="en" sz="1600">
                          <a:latin typeface="Roboto Light"/>
                          <a:ea typeface="Roboto Light"/>
                          <a:cs typeface="Roboto Light"/>
                          <a:sym typeface="Roboto Light"/>
                        </a:rPr>
                        <a:t>3</a:t>
                      </a:r>
                      <a:endParaRPr sz="1600">
                        <a:latin typeface="Roboto Light"/>
                        <a:ea typeface="Roboto Light"/>
                        <a:cs typeface="Roboto Light"/>
                        <a:sym typeface="Roboto Light"/>
                      </a:endParaRPr>
                    </a:p>
                  </a:txBody>
                  <a:tcPr marL="68600" marR="68600" marT="34300" marB="34300">
                    <a:solidFill>
                      <a:srgbClr val="F3F3F3"/>
                    </a:solidFill>
                  </a:tcPr>
                </a:tc>
                <a:tc>
                  <a:txBody>
                    <a:bodyPr/>
                    <a:lstStyle/>
                    <a:p>
                      <a:pPr marL="0" marR="0" lvl="0" indent="0" algn="l" rtl="0">
                        <a:spcBef>
                          <a:spcPts val="0"/>
                        </a:spcBef>
                        <a:spcAft>
                          <a:spcPts val="0"/>
                        </a:spcAft>
                        <a:buNone/>
                      </a:pPr>
                      <a:r>
                        <a:rPr lang="en" sz="1600">
                          <a:latin typeface="Roboto Light"/>
                          <a:ea typeface="Roboto Light"/>
                          <a:cs typeface="Roboto Light"/>
                          <a:sym typeface="Roboto Light"/>
                        </a:rPr>
                        <a:t>GPA</a:t>
                      </a:r>
                      <a:endParaRPr sz="1300">
                        <a:latin typeface="Roboto Light"/>
                        <a:ea typeface="Roboto Light"/>
                        <a:cs typeface="Roboto Light"/>
                        <a:sym typeface="Roboto Light"/>
                      </a:endParaRPr>
                    </a:p>
                  </a:txBody>
                  <a:tcPr marL="68600" marR="68600" marT="34300" marB="34300">
                    <a:solidFill>
                      <a:srgbClr val="F3F3F3"/>
                    </a:solidFill>
                  </a:tcPr>
                </a:tc>
                <a:tc>
                  <a:txBody>
                    <a:bodyPr/>
                    <a:lstStyle/>
                    <a:p>
                      <a:pPr marL="0" marR="0" lvl="0" indent="0" algn="l" rtl="0">
                        <a:spcBef>
                          <a:spcPts val="0"/>
                        </a:spcBef>
                        <a:spcAft>
                          <a:spcPts val="0"/>
                        </a:spcAft>
                        <a:buNone/>
                      </a:pPr>
                      <a:endParaRPr sz="1600">
                        <a:latin typeface="Roboto Light"/>
                        <a:ea typeface="Roboto Light"/>
                        <a:cs typeface="Roboto Light"/>
                        <a:sym typeface="Roboto Light"/>
                      </a:endParaRPr>
                    </a:p>
                  </a:txBody>
                  <a:tcPr marL="68600" marR="68600" marT="34300" marB="34300">
                    <a:solidFill>
                      <a:srgbClr val="F3F3F3"/>
                    </a:solidFill>
                  </a:tcPr>
                </a:tc>
                <a:extLst>
                  <a:ext uri="{0D108BD9-81ED-4DB2-BD59-A6C34878D82A}">
                    <a16:rowId xmlns:a16="http://schemas.microsoft.com/office/drawing/2014/main" val="10003"/>
                  </a:ext>
                </a:extLst>
              </a:tr>
              <a:tr h="424700">
                <a:tc>
                  <a:txBody>
                    <a:bodyPr/>
                    <a:lstStyle/>
                    <a:p>
                      <a:pPr marL="0" marR="0" lvl="0" indent="0" algn="l" rtl="0">
                        <a:spcBef>
                          <a:spcPts val="0"/>
                        </a:spcBef>
                        <a:spcAft>
                          <a:spcPts val="0"/>
                        </a:spcAft>
                        <a:buNone/>
                      </a:pPr>
                      <a:r>
                        <a:rPr lang="en" sz="1600">
                          <a:latin typeface="Roboto Light"/>
                          <a:ea typeface="Roboto Light"/>
                          <a:cs typeface="Roboto Light"/>
                          <a:sym typeface="Roboto Light"/>
                        </a:rPr>
                        <a:t>4</a:t>
                      </a:r>
                      <a:endParaRPr sz="16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600">
                          <a:latin typeface="Roboto Light"/>
                          <a:ea typeface="Roboto Light"/>
                          <a:cs typeface="Roboto Light"/>
                          <a:sym typeface="Roboto Light"/>
                        </a:rPr>
                        <a:t>Income bracket</a:t>
                      </a:r>
                      <a:endParaRPr sz="1300">
                        <a:latin typeface="Roboto Light"/>
                        <a:ea typeface="Roboto Light"/>
                        <a:cs typeface="Roboto Light"/>
                        <a:sym typeface="Roboto Light"/>
                      </a:endParaRPr>
                    </a:p>
                    <a:p>
                      <a:pPr marL="0" marR="0" lvl="0" indent="0" algn="l" rtl="0">
                        <a:spcBef>
                          <a:spcPts val="0"/>
                        </a:spcBef>
                        <a:spcAft>
                          <a:spcPts val="0"/>
                        </a:spcAft>
                        <a:buNone/>
                      </a:pPr>
                      <a:r>
                        <a:rPr lang="en" sz="1600">
                          <a:latin typeface="Roboto Light"/>
                          <a:ea typeface="Roboto Light"/>
                          <a:cs typeface="Roboto Light"/>
                          <a:sym typeface="Roboto Light"/>
                        </a:rPr>
                        <a:t>(low, med, high)</a:t>
                      </a:r>
                      <a:endParaRPr sz="13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endParaRPr sz="1600">
                        <a:latin typeface="Roboto Light"/>
                        <a:ea typeface="Roboto Light"/>
                        <a:cs typeface="Roboto Light"/>
                        <a:sym typeface="Roboto Light"/>
                      </a:endParaRPr>
                    </a:p>
                  </a:txBody>
                  <a:tcPr marL="68600" marR="68600" marT="34300" marB="34300"/>
                </a:tc>
                <a:extLst>
                  <a:ext uri="{0D108BD9-81ED-4DB2-BD59-A6C34878D82A}">
                    <a16:rowId xmlns:a16="http://schemas.microsoft.com/office/drawing/2014/main" val="10004"/>
                  </a:ext>
                </a:extLst>
              </a:tr>
              <a:tr h="424700">
                <a:tc>
                  <a:txBody>
                    <a:bodyPr/>
                    <a:lstStyle/>
                    <a:p>
                      <a:pPr marL="0" marR="0" lvl="0" indent="0" algn="l" rtl="0">
                        <a:spcBef>
                          <a:spcPts val="0"/>
                        </a:spcBef>
                        <a:spcAft>
                          <a:spcPts val="0"/>
                        </a:spcAft>
                        <a:buNone/>
                      </a:pPr>
                      <a:r>
                        <a:rPr lang="en" sz="1600">
                          <a:latin typeface="Roboto Light"/>
                          <a:ea typeface="Roboto Light"/>
                          <a:cs typeface="Roboto Light"/>
                          <a:sym typeface="Roboto Light"/>
                        </a:rPr>
                        <a:t>5</a:t>
                      </a:r>
                      <a:endParaRPr sz="1600">
                        <a:latin typeface="Roboto Light"/>
                        <a:ea typeface="Roboto Light"/>
                        <a:cs typeface="Roboto Light"/>
                        <a:sym typeface="Roboto Light"/>
                      </a:endParaRPr>
                    </a:p>
                  </a:txBody>
                  <a:tcPr marL="68600" marR="68600" marT="34300" marB="34300">
                    <a:solidFill>
                      <a:srgbClr val="F3F3F3"/>
                    </a:solidFill>
                  </a:tcPr>
                </a:tc>
                <a:tc>
                  <a:txBody>
                    <a:bodyPr/>
                    <a:lstStyle/>
                    <a:p>
                      <a:pPr marL="0" marR="0" lvl="0" indent="0" algn="l" rtl="0">
                        <a:spcBef>
                          <a:spcPts val="0"/>
                        </a:spcBef>
                        <a:spcAft>
                          <a:spcPts val="0"/>
                        </a:spcAft>
                        <a:buNone/>
                      </a:pPr>
                      <a:r>
                        <a:rPr lang="en" sz="1600">
                          <a:latin typeface="Roboto Light"/>
                          <a:ea typeface="Roboto Light"/>
                          <a:cs typeface="Roboto Light"/>
                          <a:sym typeface="Roboto Light"/>
                        </a:rPr>
                        <a:t>Race</a:t>
                      </a:r>
                      <a:endParaRPr sz="1300">
                        <a:latin typeface="Roboto Light"/>
                        <a:ea typeface="Roboto Light"/>
                        <a:cs typeface="Roboto Light"/>
                        <a:sym typeface="Roboto Light"/>
                      </a:endParaRPr>
                    </a:p>
                  </a:txBody>
                  <a:tcPr marL="68600" marR="68600" marT="34300" marB="34300">
                    <a:solidFill>
                      <a:srgbClr val="F3F3F3"/>
                    </a:solidFill>
                  </a:tcPr>
                </a:tc>
                <a:tc>
                  <a:txBody>
                    <a:bodyPr/>
                    <a:lstStyle/>
                    <a:p>
                      <a:pPr marL="0" marR="0" lvl="0" indent="0" algn="l" rtl="0">
                        <a:spcBef>
                          <a:spcPts val="0"/>
                        </a:spcBef>
                        <a:spcAft>
                          <a:spcPts val="0"/>
                        </a:spcAft>
                        <a:buNone/>
                      </a:pPr>
                      <a:endParaRPr sz="1600">
                        <a:latin typeface="Roboto Light"/>
                        <a:ea typeface="Roboto Light"/>
                        <a:cs typeface="Roboto Light"/>
                        <a:sym typeface="Roboto Light"/>
                      </a:endParaRPr>
                    </a:p>
                  </a:txBody>
                  <a:tcPr marL="68600" marR="68600" marT="34300" marB="34300">
                    <a:solidFill>
                      <a:srgbClr val="F3F3F3"/>
                    </a:solidFill>
                  </a:tcPr>
                </a:tc>
                <a:extLst>
                  <a:ext uri="{0D108BD9-81ED-4DB2-BD59-A6C34878D82A}">
                    <a16:rowId xmlns:a16="http://schemas.microsoft.com/office/drawing/2014/main" val="10005"/>
                  </a:ext>
                </a:extLst>
              </a:tr>
              <a:tr h="424700">
                <a:tc>
                  <a:txBody>
                    <a:bodyPr/>
                    <a:lstStyle/>
                    <a:p>
                      <a:pPr marL="0" marR="0" lvl="0" indent="0" algn="l" rtl="0">
                        <a:spcBef>
                          <a:spcPts val="0"/>
                        </a:spcBef>
                        <a:spcAft>
                          <a:spcPts val="0"/>
                        </a:spcAft>
                        <a:buNone/>
                      </a:pPr>
                      <a:r>
                        <a:rPr lang="en" sz="1600">
                          <a:latin typeface="Roboto Light"/>
                          <a:ea typeface="Roboto Light"/>
                          <a:cs typeface="Roboto Light"/>
                          <a:sym typeface="Roboto Light"/>
                        </a:rPr>
                        <a:t>6</a:t>
                      </a:r>
                      <a:endParaRPr sz="16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600">
                          <a:latin typeface="Roboto Light"/>
                          <a:ea typeface="Roboto Light"/>
                          <a:cs typeface="Roboto Light"/>
                          <a:sym typeface="Roboto Light"/>
                        </a:rPr>
                        <a:t>Number of years of education</a:t>
                      </a:r>
                      <a:endParaRPr sz="13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endParaRPr sz="1600">
                        <a:latin typeface="Roboto Light"/>
                        <a:ea typeface="Roboto Light"/>
                        <a:cs typeface="Roboto Light"/>
                        <a:sym typeface="Roboto Light"/>
                      </a:endParaRPr>
                    </a:p>
                  </a:txBody>
                  <a:tcPr marL="68600" marR="68600" marT="34300" marB="34300"/>
                </a:tc>
                <a:extLst>
                  <a:ext uri="{0D108BD9-81ED-4DB2-BD59-A6C34878D82A}">
                    <a16:rowId xmlns:a16="http://schemas.microsoft.com/office/drawing/2014/main" val="10006"/>
                  </a:ext>
                </a:extLst>
              </a:tr>
              <a:tr h="424700">
                <a:tc>
                  <a:txBody>
                    <a:bodyPr/>
                    <a:lstStyle/>
                    <a:p>
                      <a:pPr marL="0" marR="0" lvl="0" indent="0" algn="l" rtl="0">
                        <a:spcBef>
                          <a:spcPts val="0"/>
                        </a:spcBef>
                        <a:spcAft>
                          <a:spcPts val="0"/>
                        </a:spcAft>
                        <a:buNone/>
                      </a:pPr>
                      <a:r>
                        <a:rPr lang="en" sz="1600">
                          <a:latin typeface="Roboto Light"/>
                          <a:ea typeface="Roboto Light"/>
                          <a:cs typeface="Roboto Light"/>
                          <a:sym typeface="Roboto Light"/>
                        </a:rPr>
                        <a:t>7</a:t>
                      </a:r>
                      <a:endParaRPr sz="1600">
                        <a:latin typeface="Roboto Light"/>
                        <a:ea typeface="Roboto Light"/>
                        <a:cs typeface="Roboto Light"/>
                        <a:sym typeface="Roboto Light"/>
                      </a:endParaRPr>
                    </a:p>
                  </a:txBody>
                  <a:tcPr marL="68600" marR="68600" marT="34300" marB="34300">
                    <a:solidFill>
                      <a:srgbClr val="F3F3F3"/>
                    </a:solidFill>
                  </a:tcPr>
                </a:tc>
                <a:tc>
                  <a:txBody>
                    <a:bodyPr/>
                    <a:lstStyle/>
                    <a:p>
                      <a:pPr marL="0" marR="0" lvl="0" indent="0" algn="l" rtl="0">
                        <a:spcBef>
                          <a:spcPts val="0"/>
                        </a:spcBef>
                        <a:spcAft>
                          <a:spcPts val="0"/>
                        </a:spcAft>
                        <a:buNone/>
                      </a:pPr>
                      <a:r>
                        <a:rPr lang="en" sz="1600">
                          <a:latin typeface="Roboto Light"/>
                          <a:ea typeface="Roboto Light"/>
                          <a:cs typeface="Roboto Light"/>
                          <a:sym typeface="Roboto Light"/>
                        </a:rPr>
                        <a:t>Yelp Rating</a:t>
                      </a:r>
                      <a:endParaRPr sz="1300">
                        <a:latin typeface="Roboto Light"/>
                        <a:ea typeface="Roboto Light"/>
                        <a:cs typeface="Roboto Light"/>
                        <a:sym typeface="Roboto Light"/>
                      </a:endParaRPr>
                    </a:p>
                  </a:txBody>
                  <a:tcPr marL="68600" marR="68600" marT="34300" marB="34300">
                    <a:solidFill>
                      <a:srgbClr val="F3F3F3"/>
                    </a:solidFill>
                  </a:tcPr>
                </a:tc>
                <a:tc>
                  <a:txBody>
                    <a:bodyPr/>
                    <a:lstStyle/>
                    <a:p>
                      <a:pPr marL="0" marR="0" lvl="0" indent="0" algn="l" rtl="0">
                        <a:spcBef>
                          <a:spcPts val="0"/>
                        </a:spcBef>
                        <a:spcAft>
                          <a:spcPts val="0"/>
                        </a:spcAft>
                        <a:buNone/>
                      </a:pPr>
                      <a:endParaRPr sz="1600">
                        <a:latin typeface="Roboto Light"/>
                        <a:ea typeface="Roboto Light"/>
                        <a:cs typeface="Roboto Light"/>
                        <a:sym typeface="Roboto Light"/>
                      </a:endParaRPr>
                    </a:p>
                  </a:txBody>
                  <a:tcPr marL="68600" marR="68600" marT="34300" marB="34300">
                    <a:solidFill>
                      <a:srgbClr val="F3F3F3"/>
                    </a:solidFill>
                  </a:tcPr>
                </a:tc>
                <a:extLst>
                  <a:ext uri="{0D108BD9-81ED-4DB2-BD59-A6C34878D82A}">
                    <a16:rowId xmlns:a16="http://schemas.microsoft.com/office/drawing/2014/main" val="10007"/>
                  </a:ext>
                </a:extLst>
              </a:tr>
            </a:tbl>
          </a:graphicData>
        </a:graphic>
      </p:graphicFrame>
      <p:sp>
        <p:nvSpPr>
          <p:cNvPr id="971" name="Google Shape;971;p166"/>
          <p:cNvSpPr/>
          <p:nvPr/>
        </p:nvSpPr>
        <p:spPr>
          <a:xfrm>
            <a:off x="5581802" y="1128800"/>
            <a:ext cx="1293000" cy="393600"/>
          </a:xfrm>
          <a:prstGeom prst="roundRect">
            <a:avLst>
              <a:gd name="adj" fmla="val 16667"/>
            </a:avLst>
          </a:prstGeom>
          <a:solidFill>
            <a:schemeClr val="lt1"/>
          </a:solidFill>
          <a:ln w="28575" cap="flat" cmpd="sng">
            <a:solidFill>
              <a:schemeClr val="accent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b="1">
                <a:solidFill>
                  <a:schemeClr val="accent3"/>
                </a:solidFill>
                <a:latin typeface="Roboto"/>
                <a:ea typeface="Roboto"/>
                <a:cs typeface="Roboto"/>
                <a:sym typeface="Roboto"/>
              </a:rPr>
              <a:t>Quantitative</a:t>
            </a:r>
            <a:endParaRPr b="1">
              <a:solidFill>
                <a:schemeClr val="accent3"/>
              </a:solidFill>
              <a:latin typeface="Roboto"/>
              <a:ea typeface="Roboto"/>
              <a:cs typeface="Roboto"/>
              <a:sym typeface="Roboto"/>
            </a:endParaRPr>
          </a:p>
        </p:txBody>
      </p:sp>
      <p:sp>
        <p:nvSpPr>
          <p:cNvPr id="972" name="Google Shape;972;p166"/>
          <p:cNvSpPr/>
          <p:nvPr/>
        </p:nvSpPr>
        <p:spPr>
          <a:xfrm>
            <a:off x="7551290" y="1146800"/>
            <a:ext cx="1293000" cy="375600"/>
          </a:xfrm>
          <a:prstGeom prst="roundRect">
            <a:avLst>
              <a:gd name="adj" fmla="val 16667"/>
            </a:avLst>
          </a:prstGeom>
          <a:solidFill>
            <a:schemeClr val="lt1"/>
          </a:solidFill>
          <a:ln w="28575"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b="1">
                <a:solidFill>
                  <a:schemeClr val="accent4"/>
                </a:solidFill>
                <a:latin typeface="Roboto"/>
                <a:ea typeface="Roboto"/>
                <a:cs typeface="Roboto"/>
                <a:sym typeface="Roboto"/>
              </a:rPr>
              <a:t>Qualitative </a:t>
            </a:r>
            <a:endParaRPr b="1">
              <a:solidFill>
                <a:schemeClr val="accent4"/>
              </a:solidFill>
              <a:latin typeface="Roboto"/>
              <a:ea typeface="Roboto"/>
              <a:cs typeface="Roboto"/>
              <a:sym typeface="Roboto"/>
            </a:endParaRPr>
          </a:p>
        </p:txBody>
      </p:sp>
      <p:cxnSp>
        <p:nvCxnSpPr>
          <p:cNvPr id="973" name="Google Shape;973;p166"/>
          <p:cNvCxnSpPr>
            <a:stCxn id="974" idx="2"/>
            <a:endCxn id="971" idx="0"/>
          </p:cNvCxnSpPr>
          <p:nvPr/>
        </p:nvCxnSpPr>
        <p:spPr>
          <a:xfrm flipH="1">
            <a:off x="6228398" y="726550"/>
            <a:ext cx="978900" cy="402300"/>
          </a:xfrm>
          <a:prstGeom prst="straightConnector1">
            <a:avLst/>
          </a:prstGeom>
          <a:noFill/>
          <a:ln w="28575" cap="flat" cmpd="sng">
            <a:solidFill>
              <a:schemeClr val="dk1"/>
            </a:solidFill>
            <a:prstDash val="solid"/>
            <a:miter lim="800000"/>
            <a:headEnd type="none" w="sm" len="sm"/>
            <a:tailEnd type="triangle" w="med" len="med"/>
          </a:ln>
        </p:spPr>
      </p:cxnSp>
      <p:cxnSp>
        <p:nvCxnSpPr>
          <p:cNvPr id="975" name="Google Shape;975;p166"/>
          <p:cNvCxnSpPr>
            <a:stCxn id="974" idx="2"/>
            <a:endCxn id="972" idx="0"/>
          </p:cNvCxnSpPr>
          <p:nvPr/>
        </p:nvCxnSpPr>
        <p:spPr>
          <a:xfrm>
            <a:off x="7207298" y="726550"/>
            <a:ext cx="990600" cy="420300"/>
          </a:xfrm>
          <a:prstGeom prst="straightConnector1">
            <a:avLst/>
          </a:prstGeom>
          <a:noFill/>
          <a:ln w="28575" cap="flat" cmpd="sng">
            <a:solidFill>
              <a:schemeClr val="dk1"/>
            </a:solidFill>
            <a:prstDash val="solid"/>
            <a:miter lim="800000"/>
            <a:headEnd type="none" w="sm" len="sm"/>
            <a:tailEnd type="triangle" w="med" len="med"/>
          </a:ln>
        </p:spPr>
      </p:cxnSp>
      <p:sp>
        <p:nvSpPr>
          <p:cNvPr id="976" name="Google Shape;976;p166"/>
          <p:cNvSpPr/>
          <p:nvPr/>
        </p:nvSpPr>
        <p:spPr>
          <a:xfrm>
            <a:off x="7330748" y="2059900"/>
            <a:ext cx="723300" cy="537600"/>
          </a:xfrm>
          <a:prstGeom prst="roundRect">
            <a:avLst>
              <a:gd name="adj" fmla="val 16667"/>
            </a:avLst>
          </a:prstGeom>
          <a:solidFill>
            <a:schemeClr val="lt1"/>
          </a:solidFill>
          <a:ln w="28575"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a:solidFill>
                  <a:schemeClr val="dk1"/>
                </a:solidFill>
                <a:latin typeface="Roboto Light"/>
                <a:ea typeface="Roboto Light"/>
                <a:cs typeface="Roboto Light"/>
                <a:sym typeface="Roboto Light"/>
              </a:rPr>
              <a:t>Ord-</a:t>
            </a:r>
            <a:br>
              <a:rPr lang="en">
                <a:solidFill>
                  <a:schemeClr val="dk1"/>
                </a:solidFill>
                <a:latin typeface="Roboto Light"/>
                <a:ea typeface="Roboto Light"/>
                <a:cs typeface="Roboto Light"/>
                <a:sym typeface="Roboto Light"/>
              </a:rPr>
            </a:br>
            <a:r>
              <a:rPr lang="en">
                <a:solidFill>
                  <a:schemeClr val="dk1"/>
                </a:solidFill>
                <a:latin typeface="Roboto Light"/>
                <a:ea typeface="Roboto Light"/>
                <a:cs typeface="Roboto Light"/>
                <a:sym typeface="Roboto Light"/>
              </a:rPr>
              <a:t>inal</a:t>
            </a:r>
            <a:endParaRPr>
              <a:solidFill>
                <a:schemeClr val="dk1"/>
              </a:solidFill>
              <a:latin typeface="Roboto Light"/>
              <a:ea typeface="Roboto Light"/>
              <a:cs typeface="Roboto Light"/>
              <a:sym typeface="Roboto Light"/>
            </a:endParaRPr>
          </a:p>
        </p:txBody>
      </p:sp>
      <p:sp>
        <p:nvSpPr>
          <p:cNvPr id="977" name="Google Shape;977;p166"/>
          <p:cNvSpPr/>
          <p:nvPr/>
        </p:nvSpPr>
        <p:spPr>
          <a:xfrm>
            <a:off x="8268300" y="2059900"/>
            <a:ext cx="723300" cy="537600"/>
          </a:xfrm>
          <a:prstGeom prst="roundRect">
            <a:avLst>
              <a:gd name="adj" fmla="val 16667"/>
            </a:avLst>
          </a:prstGeom>
          <a:solidFill>
            <a:schemeClr val="lt1"/>
          </a:solidFill>
          <a:ln w="28575"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a:solidFill>
                  <a:schemeClr val="dk1"/>
                </a:solidFill>
                <a:latin typeface="Roboto Light"/>
                <a:ea typeface="Roboto Light"/>
                <a:cs typeface="Roboto Light"/>
                <a:sym typeface="Roboto Light"/>
              </a:rPr>
              <a:t>Nom-</a:t>
            </a:r>
            <a:br>
              <a:rPr lang="en">
                <a:solidFill>
                  <a:schemeClr val="dk1"/>
                </a:solidFill>
                <a:latin typeface="Roboto Light"/>
                <a:ea typeface="Roboto Light"/>
                <a:cs typeface="Roboto Light"/>
                <a:sym typeface="Roboto Light"/>
              </a:rPr>
            </a:br>
            <a:r>
              <a:rPr lang="en">
                <a:solidFill>
                  <a:schemeClr val="dk1"/>
                </a:solidFill>
                <a:latin typeface="Roboto Light"/>
                <a:ea typeface="Roboto Light"/>
                <a:cs typeface="Roboto Light"/>
                <a:sym typeface="Roboto Light"/>
              </a:rPr>
              <a:t>inal</a:t>
            </a:r>
            <a:endParaRPr>
              <a:solidFill>
                <a:schemeClr val="dk1"/>
              </a:solidFill>
              <a:latin typeface="Roboto Light"/>
              <a:ea typeface="Roboto Light"/>
              <a:cs typeface="Roboto Light"/>
              <a:sym typeface="Roboto Light"/>
            </a:endParaRPr>
          </a:p>
        </p:txBody>
      </p:sp>
      <p:cxnSp>
        <p:nvCxnSpPr>
          <p:cNvPr id="978" name="Google Shape;978;p166"/>
          <p:cNvCxnSpPr>
            <a:stCxn id="972" idx="2"/>
            <a:endCxn id="976" idx="0"/>
          </p:cNvCxnSpPr>
          <p:nvPr/>
        </p:nvCxnSpPr>
        <p:spPr>
          <a:xfrm flipH="1">
            <a:off x="7692290" y="1522400"/>
            <a:ext cx="505500" cy="537600"/>
          </a:xfrm>
          <a:prstGeom prst="straightConnector1">
            <a:avLst/>
          </a:prstGeom>
          <a:noFill/>
          <a:ln w="28575" cap="flat" cmpd="sng">
            <a:solidFill>
              <a:schemeClr val="dk1"/>
            </a:solidFill>
            <a:prstDash val="solid"/>
            <a:miter lim="800000"/>
            <a:headEnd type="none" w="sm" len="sm"/>
            <a:tailEnd type="triangle" w="med" len="med"/>
          </a:ln>
        </p:spPr>
      </p:cxnSp>
      <p:cxnSp>
        <p:nvCxnSpPr>
          <p:cNvPr id="979" name="Google Shape;979;p166"/>
          <p:cNvCxnSpPr>
            <a:stCxn id="972" idx="2"/>
            <a:endCxn id="977" idx="0"/>
          </p:cNvCxnSpPr>
          <p:nvPr/>
        </p:nvCxnSpPr>
        <p:spPr>
          <a:xfrm>
            <a:off x="8197790" y="1522400"/>
            <a:ext cx="432300" cy="537600"/>
          </a:xfrm>
          <a:prstGeom prst="straightConnector1">
            <a:avLst/>
          </a:prstGeom>
          <a:noFill/>
          <a:ln w="28575" cap="flat" cmpd="sng">
            <a:solidFill>
              <a:schemeClr val="dk1"/>
            </a:solidFill>
            <a:prstDash val="solid"/>
            <a:miter lim="800000"/>
            <a:headEnd type="none" w="sm" len="sm"/>
            <a:tailEnd type="triangle" w="med" len="med"/>
          </a:ln>
        </p:spPr>
      </p:cxnSp>
      <p:sp>
        <p:nvSpPr>
          <p:cNvPr id="980" name="Google Shape;980;p166"/>
          <p:cNvSpPr/>
          <p:nvPr/>
        </p:nvSpPr>
        <p:spPr>
          <a:xfrm>
            <a:off x="5273575" y="2059900"/>
            <a:ext cx="862200" cy="537600"/>
          </a:xfrm>
          <a:prstGeom prst="roundRect">
            <a:avLst>
              <a:gd name="adj" fmla="val 16667"/>
            </a:avLst>
          </a:prstGeom>
          <a:solidFill>
            <a:schemeClr val="lt1"/>
          </a:solidFill>
          <a:ln w="28575" cap="flat" cmpd="sng">
            <a:solidFill>
              <a:schemeClr val="accent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a:solidFill>
                  <a:schemeClr val="dk1"/>
                </a:solidFill>
                <a:latin typeface="Roboto Light"/>
                <a:ea typeface="Roboto Light"/>
                <a:cs typeface="Roboto Light"/>
                <a:sym typeface="Roboto Light"/>
              </a:rPr>
              <a:t>Cont-</a:t>
            </a:r>
            <a:br>
              <a:rPr lang="en">
                <a:solidFill>
                  <a:schemeClr val="dk1"/>
                </a:solidFill>
                <a:latin typeface="Roboto Light"/>
                <a:ea typeface="Roboto Light"/>
                <a:cs typeface="Roboto Light"/>
                <a:sym typeface="Roboto Light"/>
              </a:rPr>
            </a:br>
            <a:r>
              <a:rPr lang="en">
                <a:solidFill>
                  <a:schemeClr val="dk1"/>
                </a:solidFill>
                <a:latin typeface="Roboto Light"/>
                <a:ea typeface="Roboto Light"/>
                <a:cs typeface="Roboto Light"/>
                <a:sym typeface="Roboto Light"/>
              </a:rPr>
              <a:t>inuous</a:t>
            </a:r>
            <a:endParaRPr>
              <a:solidFill>
                <a:schemeClr val="dk1"/>
              </a:solidFill>
              <a:latin typeface="Roboto Light"/>
              <a:ea typeface="Roboto Light"/>
              <a:cs typeface="Roboto Light"/>
              <a:sym typeface="Roboto Light"/>
            </a:endParaRPr>
          </a:p>
        </p:txBody>
      </p:sp>
      <p:sp>
        <p:nvSpPr>
          <p:cNvPr id="981" name="Google Shape;981;p166"/>
          <p:cNvSpPr/>
          <p:nvPr/>
        </p:nvSpPr>
        <p:spPr>
          <a:xfrm>
            <a:off x="6327217" y="2059900"/>
            <a:ext cx="723300" cy="537600"/>
          </a:xfrm>
          <a:prstGeom prst="roundRect">
            <a:avLst>
              <a:gd name="adj" fmla="val 16667"/>
            </a:avLst>
          </a:prstGeom>
          <a:solidFill>
            <a:schemeClr val="lt1"/>
          </a:solidFill>
          <a:ln w="28575" cap="flat" cmpd="sng">
            <a:solidFill>
              <a:schemeClr val="accent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a:solidFill>
                  <a:schemeClr val="dk1"/>
                </a:solidFill>
                <a:latin typeface="Roboto Light"/>
                <a:ea typeface="Roboto Light"/>
                <a:cs typeface="Roboto Light"/>
                <a:sym typeface="Roboto Light"/>
              </a:rPr>
              <a:t>Dis-</a:t>
            </a:r>
            <a:br>
              <a:rPr lang="en">
                <a:solidFill>
                  <a:schemeClr val="dk1"/>
                </a:solidFill>
                <a:latin typeface="Roboto Light"/>
                <a:ea typeface="Roboto Light"/>
                <a:cs typeface="Roboto Light"/>
                <a:sym typeface="Roboto Light"/>
              </a:rPr>
            </a:br>
            <a:r>
              <a:rPr lang="en">
                <a:solidFill>
                  <a:schemeClr val="dk1"/>
                </a:solidFill>
                <a:latin typeface="Roboto Light"/>
                <a:ea typeface="Roboto Light"/>
                <a:cs typeface="Roboto Light"/>
                <a:sym typeface="Roboto Light"/>
              </a:rPr>
              <a:t>crete</a:t>
            </a:r>
            <a:endParaRPr>
              <a:solidFill>
                <a:schemeClr val="dk1"/>
              </a:solidFill>
              <a:latin typeface="Roboto Light"/>
              <a:ea typeface="Roboto Light"/>
              <a:cs typeface="Roboto Light"/>
              <a:sym typeface="Roboto Light"/>
            </a:endParaRPr>
          </a:p>
        </p:txBody>
      </p:sp>
      <p:cxnSp>
        <p:nvCxnSpPr>
          <p:cNvPr id="982" name="Google Shape;982;p166"/>
          <p:cNvCxnSpPr>
            <a:stCxn id="971" idx="2"/>
            <a:endCxn id="980" idx="0"/>
          </p:cNvCxnSpPr>
          <p:nvPr/>
        </p:nvCxnSpPr>
        <p:spPr>
          <a:xfrm flipH="1">
            <a:off x="5704802" y="1522400"/>
            <a:ext cx="523500" cy="537600"/>
          </a:xfrm>
          <a:prstGeom prst="straightConnector1">
            <a:avLst/>
          </a:prstGeom>
          <a:noFill/>
          <a:ln w="28575" cap="flat" cmpd="sng">
            <a:solidFill>
              <a:schemeClr val="dk1"/>
            </a:solidFill>
            <a:prstDash val="solid"/>
            <a:miter lim="800000"/>
            <a:headEnd type="none" w="sm" len="sm"/>
            <a:tailEnd type="triangle" w="med" len="med"/>
          </a:ln>
        </p:spPr>
      </p:cxnSp>
      <p:cxnSp>
        <p:nvCxnSpPr>
          <p:cNvPr id="983" name="Google Shape;983;p166"/>
          <p:cNvCxnSpPr>
            <a:stCxn id="971" idx="2"/>
            <a:endCxn id="981" idx="0"/>
          </p:cNvCxnSpPr>
          <p:nvPr/>
        </p:nvCxnSpPr>
        <p:spPr>
          <a:xfrm>
            <a:off x="6228302" y="1522400"/>
            <a:ext cx="460500" cy="537600"/>
          </a:xfrm>
          <a:prstGeom prst="straightConnector1">
            <a:avLst/>
          </a:prstGeom>
          <a:noFill/>
          <a:ln w="28575" cap="flat" cmpd="sng">
            <a:solidFill>
              <a:schemeClr val="dk1"/>
            </a:solidFill>
            <a:prstDash val="solid"/>
            <a:miter lim="800000"/>
            <a:headEnd type="none" w="sm" len="sm"/>
            <a:tailEnd type="triangle" w="med" len="med"/>
          </a:ln>
        </p:spPr>
      </p:cxnSp>
      <p:sp>
        <p:nvSpPr>
          <p:cNvPr id="974" name="Google Shape;974;p166"/>
          <p:cNvSpPr/>
          <p:nvPr/>
        </p:nvSpPr>
        <p:spPr>
          <a:xfrm>
            <a:off x="6560798" y="438250"/>
            <a:ext cx="1293000" cy="288300"/>
          </a:xfrm>
          <a:prstGeom prst="roundRect">
            <a:avLst>
              <a:gd name="adj" fmla="val 16667"/>
            </a:avLst>
          </a:prstGeom>
          <a:solidFill>
            <a:schemeClr val="lt1"/>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600">
                <a:solidFill>
                  <a:schemeClr val="dk1"/>
                </a:solidFill>
                <a:latin typeface="Roboto Light"/>
                <a:ea typeface="Roboto Light"/>
                <a:cs typeface="Roboto Light"/>
                <a:sym typeface="Roboto Light"/>
              </a:rPr>
              <a:t>Variable</a:t>
            </a:r>
            <a:endParaRPr sz="1600">
              <a:solidFill>
                <a:schemeClr val="dk1"/>
              </a:solidFill>
              <a:latin typeface="Roboto Light"/>
              <a:ea typeface="Roboto Light"/>
              <a:cs typeface="Roboto Light"/>
              <a:sym typeface="Roboto Light"/>
            </a:endParaRPr>
          </a:p>
        </p:txBody>
      </p:sp>
      <p:sp>
        <p:nvSpPr>
          <p:cNvPr id="984" name="Google Shape;984;p166"/>
          <p:cNvSpPr txBox="1"/>
          <p:nvPr/>
        </p:nvSpPr>
        <p:spPr>
          <a:xfrm>
            <a:off x="5474425" y="2597500"/>
            <a:ext cx="4605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latin typeface="Roboto Light"/>
                <a:ea typeface="Roboto Light"/>
                <a:cs typeface="Roboto Light"/>
                <a:sym typeface="Roboto Light"/>
              </a:rPr>
              <a:t>A</a:t>
            </a:r>
            <a:endParaRPr sz="2000">
              <a:latin typeface="Roboto Light"/>
              <a:ea typeface="Roboto Light"/>
              <a:cs typeface="Roboto Light"/>
              <a:sym typeface="Roboto Light"/>
            </a:endParaRPr>
          </a:p>
        </p:txBody>
      </p:sp>
      <p:sp>
        <p:nvSpPr>
          <p:cNvPr id="985" name="Google Shape;985;p166"/>
          <p:cNvSpPr txBox="1"/>
          <p:nvPr/>
        </p:nvSpPr>
        <p:spPr>
          <a:xfrm>
            <a:off x="6458625" y="2597500"/>
            <a:ext cx="4605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latin typeface="Roboto Light"/>
                <a:ea typeface="Roboto Light"/>
                <a:cs typeface="Roboto Light"/>
                <a:sym typeface="Roboto Light"/>
              </a:rPr>
              <a:t>B</a:t>
            </a:r>
            <a:endParaRPr sz="2000">
              <a:latin typeface="Roboto Light"/>
              <a:ea typeface="Roboto Light"/>
              <a:cs typeface="Roboto Light"/>
              <a:sym typeface="Roboto Light"/>
            </a:endParaRPr>
          </a:p>
        </p:txBody>
      </p:sp>
      <p:sp>
        <p:nvSpPr>
          <p:cNvPr id="986" name="Google Shape;986;p166"/>
          <p:cNvSpPr txBox="1"/>
          <p:nvPr/>
        </p:nvSpPr>
        <p:spPr>
          <a:xfrm>
            <a:off x="7442825" y="2597500"/>
            <a:ext cx="4605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latin typeface="Roboto Light"/>
                <a:ea typeface="Roboto Light"/>
                <a:cs typeface="Roboto Light"/>
                <a:sym typeface="Roboto Light"/>
              </a:rPr>
              <a:t>C</a:t>
            </a:r>
            <a:endParaRPr sz="2000">
              <a:latin typeface="Roboto Light"/>
              <a:ea typeface="Roboto Light"/>
              <a:cs typeface="Roboto Light"/>
              <a:sym typeface="Roboto Light"/>
            </a:endParaRPr>
          </a:p>
        </p:txBody>
      </p:sp>
      <p:sp>
        <p:nvSpPr>
          <p:cNvPr id="987" name="Google Shape;987;p166"/>
          <p:cNvSpPr txBox="1"/>
          <p:nvPr/>
        </p:nvSpPr>
        <p:spPr>
          <a:xfrm>
            <a:off x="8427025" y="2597500"/>
            <a:ext cx="4605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latin typeface="Roboto Light"/>
                <a:ea typeface="Roboto Light"/>
                <a:cs typeface="Roboto Light"/>
                <a:sym typeface="Roboto Light"/>
              </a:rPr>
              <a:t>D</a:t>
            </a:r>
            <a:endParaRPr sz="20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p16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Class Exercise: Solutions</a:t>
            </a:r>
            <a:endParaRPr/>
          </a:p>
        </p:txBody>
      </p:sp>
      <p:sp>
        <p:nvSpPr>
          <p:cNvPr id="993" name="Google Shape;993;p1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994" name="Google Shape;994;p167"/>
          <p:cNvSpPr/>
          <p:nvPr/>
        </p:nvSpPr>
        <p:spPr>
          <a:xfrm>
            <a:off x="745025" y="486775"/>
            <a:ext cx="3461400" cy="683100"/>
          </a:xfrm>
          <a:prstGeom prst="rect">
            <a:avLst/>
          </a:prstGeom>
          <a:solidFill>
            <a:srgbClr val="FCE5C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What is the feature type of each variable?</a:t>
            </a:r>
            <a:endParaRPr>
              <a:latin typeface="Roboto"/>
              <a:ea typeface="Roboto"/>
              <a:cs typeface="Roboto"/>
              <a:sym typeface="Roboto"/>
            </a:endParaRPr>
          </a:p>
        </p:txBody>
      </p:sp>
      <p:sp>
        <p:nvSpPr>
          <p:cNvPr id="995" name="Google Shape;995;p167"/>
          <p:cNvSpPr txBox="1"/>
          <p:nvPr/>
        </p:nvSpPr>
        <p:spPr>
          <a:xfrm>
            <a:off x="107050" y="478175"/>
            <a:ext cx="5487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900">
                <a:latin typeface="Roboto Light"/>
                <a:ea typeface="Roboto Light"/>
                <a:cs typeface="Roboto Light"/>
                <a:sym typeface="Roboto Light"/>
              </a:rPr>
              <a:t>🤔</a:t>
            </a:r>
            <a:endParaRPr sz="3900">
              <a:latin typeface="Roboto Light"/>
              <a:ea typeface="Roboto Light"/>
              <a:cs typeface="Roboto Light"/>
              <a:sym typeface="Roboto Light"/>
            </a:endParaRPr>
          </a:p>
        </p:txBody>
      </p:sp>
      <p:graphicFrame>
        <p:nvGraphicFramePr>
          <p:cNvPr id="996" name="Google Shape;996;p167"/>
          <p:cNvGraphicFramePr/>
          <p:nvPr/>
        </p:nvGraphicFramePr>
        <p:xfrm>
          <a:off x="356925" y="1263053"/>
          <a:ext cx="4749375" cy="3660760"/>
        </p:xfrm>
        <a:graphic>
          <a:graphicData uri="http://schemas.openxmlformats.org/drawingml/2006/table">
            <a:tbl>
              <a:tblPr firstRow="1" bandRow="1">
                <a:noFill/>
                <a:tableStyleId>{6186E53E-2147-467E-89F3-FA14EC4E1221}</a:tableStyleId>
              </a:tblPr>
              <a:tblGrid>
                <a:gridCol w="342725">
                  <a:extLst>
                    <a:ext uri="{9D8B030D-6E8A-4147-A177-3AD203B41FA5}">
                      <a16:colId xmlns:a16="http://schemas.microsoft.com/office/drawing/2014/main" val="20000"/>
                    </a:ext>
                  </a:extLst>
                </a:gridCol>
                <a:gridCol w="1921375">
                  <a:extLst>
                    <a:ext uri="{9D8B030D-6E8A-4147-A177-3AD203B41FA5}">
                      <a16:colId xmlns:a16="http://schemas.microsoft.com/office/drawing/2014/main" val="20001"/>
                    </a:ext>
                  </a:extLst>
                </a:gridCol>
                <a:gridCol w="2485275">
                  <a:extLst>
                    <a:ext uri="{9D8B030D-6E8A-4147-A177-3AD203B41FA5}">
                      <a16:colId xmlns:a16="http://schemas.microsoft.com/office/drawing/2014/main" val="20002"/>
                    </a:ext>
                  </a:extLst>
                </a:gridCol>
              </a:tblGrid>
              <a:tr h="424700">
                <a:tc>
                  <a:txBody>
                    <a:bodyPr/>
                    <a:lstStyle/>
                    <a:p>
                      <a:pPr marL="0" marR="0" lvl="0" indent="0" algn="l" rtl="0">
                        <a:spcBef>
                          <a:spcPts val="0"/>
                        </a:spcBef>
                        <a:spcAft>
                          <a:spcPts val="0"/>
                        </a:spcAft>
                        <a:buNone/>
                      </a:pPr>
                      <a:r>
                        <a:rPr lang="en" sz="1600">
                          <a:latin typeface="Roboto"/>
                          <a:ea typeface="Roboto"/>
                          <a:cs typeface="Roboto"/>
                          <a:sym typeface="Roboto"/>
                        </a:rPr>
                        <a:t>Q</a:t>
                      </a:r>
                      <a:endParaRPr sz="1600">
                        <a:latin typeface="Roboto"/>
                        <a:ea typeface="Roboto"/>
                        <a:cs typeface="Roboto"/>
                        <a:sym typeface="Roboto"/>
                      </a:endParaRPr>
                    </a:p>
                  </a:txBody>
                  <a:tcPr marL="68600" marR="68600" marT="34300" marB="34300" anchor="b">
                    <a:solidFill>
                      <a:schemeClr val="accent3"/>
                    </a:solidFill>
                  </a:tcPr>
                </a:tc>
                <a:tc>
                  <a:txBody>
                    <a:bodyPr/>
                    <a:lstStyle/>
                    <a:p>
                      <a:pPr marL="0" marR="0" lvl="0" indent="0" algn="l" rtl="0">
                        <a:spcBef>
                          <a:spcPts val="0"/>
                        </a:spcBef>
                        <a:spcAft>
                          <a:spcPts val="0"/>
                        </a:spcAft>
                        <a:buNone/>
                      </a:pPr>
                      <a:r>
                        <a:rPr lang="en" sz="1600">
                          <a:latin typeface="Roboto"/>
                          <a:ea typeface="Roboto"/>
                          <a:cs typeface="Roboto"/>
                          <a:sym typeface="Roboto"/>
                        </a:rPr>
                        <a:t>Variable</a:t>
                      </a:r>
                      <a:endParaRPr sz="1600">
                        <a:latin typeface="Roboto"/>
                        <a:ea typeface="Roboto"/>
                        <a:cs typeface="Roboto"/>
                        <a:sym typeface="Roboto"/>
                      </a:endParaRPr>
                    </a:p>
                  </a:txBody>
                  <a:tcPr marL="68600" marR="68600" marT="34300" marB="34300" anchor="b">
                    <a:solidFill>
                      <a:schemeClr val="accent3"/>
                    </a:solidFill>
                  </a:tcPr>
                </a:tc>
                <a:tc>
                  <a:txBody>
                    <a:bodyPr/>
                    <a:lstStyle/>
                    <a:p>
                      <a:pPr marL="0" marR="0" lvl="0" indent="0" algn="l" rtl="0">
                        <a:spcBef>
                          <a:spcPts val="0"/>
                        </a:spcBef>
                        <a:spcAft>
                          <a:spcPts val="0"/>
                        </a:spcAft>
                        <a:buNone/>
                      </a:pPr>
                      <a:r>
                        <a:rPr lang="en" sz="1600">
                          <a:latin typeface="Roboto"/>
                          <a:ea typeface="Roboto"/>
                          <a:cs typeface="Roboto"/>
                          <a:sym typeface="Roboto"/>
                        </a:rPr>
                        <a:t>Feature Type</a:t>
                      </a:r>
                      <a:endParaRPr sz="1300">
                        <a:latin typeface="Roboto"/>
                        <a:ea typeface="Roboto"/>
                        <a:cs typeface="Roboto"/>
                        <a:sym typeface="Roboto"/>
                      </a:endParaRPr>
                    </a:p>
                  </a:txBody>
                  <a:tcPr marL="68600" marR="68600" marT="34300" marB="34300" anchor="b">
                    <a:lnB w="12700" cap="flat" cmpd="sng">
                      <a:solidFill>
                        <a:schemeClr val="lt1"/>
                      </a:solidFill>
                      <a:prstDash val="solid"/>
                      <a:round/>
                      <a:headEnd type="none" w="sm" len="sm"/>
                      <a:tailEnd type="none" w="sm" len="sm"/>
                    </a:lnB>
                    <a:solidFill>
                      <a:schemeClr val="accent3"/>
                    </a:solidFill>
                  </a:tcPr>
                </a:tc>
                <a:extLst>
                  <a:ext uri="{0D108BD9-81ED-4DB2-BD59-A6C34878D82A}">
                    <a16:rowId xmlns:a16="http://schemas.microsoft.com/office/drawing/2014/main" val="10000"/>
                  </a:ext>
                </a:extLst>
              </a:tr>
              <a:tr h="424700">
                <a:tc>
                  <a:txBody>
                    <a:bodyPr/>
                    <a:lstStyle/>
                    <a:p>
                      <a:pPr marL="0" marR="0" lvl="0" indent="0" algn="l" rtl="0">
                        <a:spcBef>
                          <a:spcPts val="0"/>
                        </a:spcBef>
                        <a:spcAft>
                          <a:spcPts val="0"/>
                        </a:spcAft>
                        <a:buNone/>
                      </a:pPr>
                      <a:r>
                        <a:rPr lang="en" sz="1600">
                          <a:latin typeface="Roboto Light"/>
                          <a:ea typeface="Roboto Light"/>
                          <a:cs typeface="Roboto Light"/>
                          <a:sym typeface="Roboto Light"/>
                        </a:rPr>
                        <a:t>1</a:t>
                      </a:r>
                      <a:endParaRPr sz="1600">
                        <a:latin typeface="Roboto Light"/>
                        <a:ea typeface="Roboto Light"/>
                        <a:cs typeface="Roboto Light"/>
                        <a:sym typeface="Roboto Light"/>
                      </a:endParaRPr>
                    </a:p>
                  </a:txBody>
                  <a:tcPr marL="68600" marR="68600" marT="34300" marB="34300">
                    <a:solidFill>
                      <a:srgbClr val="F3F3F3"/>
                    </a:solidFill>
                  </a:tcPr>
                </a:tc>
                <a:tc>
                  <a:txBody>
                    <a:bodyPr/>
                    <a:lstStyle/>
                    <a:p>
                      <a:pPr marL="0" marR="0" lvl="0" indent="0" algn="l" rtl="0">
                        <a:spcBef>
                          <a:spcPts val="0"/>
                        </a:spcBef>
                        <a:spcAft>
                          <a:spcPts val="0"/>
                        </a:spcAft>
                        <a:buNone/>
                      </a:pPr>
                      <a:r>
                        <a:rPr lang="en" sz="1600">
                          <a:latin typeface="Roboto Light"/>
                          <a:ea typeface="Roboto Light"/>
                          <a:cs typeface="Roboto Light"/>
                          <a:sym typeface="Roboto Light"/>
                        </a:rPr>
                        <a:t>CO</a:t>
                      </a:r>
                      <a:r>
                        <a:rPr lang="en" sz="1600" baseline="-25000">
                          <a:latin typeface="Roboto Light"/>
                          <a:ea typeface="Roboto Light"/>
                          <a:cs typeface="Roboto Light"/>
                          <a:sym typeface="Roboto Light"/>
                        </a:rPr>
                        <a:t>2</a:t>
                      </a:r>
                      <a:r>
                        <a:rPr lang="en" sz="1600">
                          <a:latin typeface="Roboto Light"/>
                          <a:ea typeface="Roboto Light"/>
                          <a:cs typeface="Roboto Light"/>
                          <a:sym typeface="Roboto Light"/>
                        </a:rPr>
                        <a:t> level (PPM)</a:t>
                      </a:r>
                      <a:endParaRPr sz="1600">
                        <a:latin typeface="Roboto Light"/>
                        <a:ea typeface="Roboto Light"/>
                        <a:cs typeface="Roboto Light"/>
                        <a:sym typeface="Roboto Light"/>
                      </a:endParaRPr>
                    </a:p>
                  </a:txBody>
                  <a:tcPr marL="68600" marR="68600" marT="34300" marB="34300">
                    <a:lnR w="12700" cap="flat" cmpd="sng">
                      <a:solidFill>
                        <a:schemeClr val="lt1"/>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endParaRPr/>
                    </a:p>
                  </a:txBody>
                  <a:tcPr marL="68600" marR="68600" marT="34300" marB="343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F3F3F3"/>
                    </a:solidFill>
                  </a:tcPr>
                </a:tc>
                <a:extLst>
                  <a:ext uri="{0D108BD9-81ED-4DB2-BD59-A6C34878D82A}">
                    <a16:rowId xmlns:a16="http://schemas.microsoft.com/office/drawing/2014/main" val="10001"/>
                  </a:ext>
                </a:extLst>
              </a:tr>
              <a:tr h="424700">
                <a:tc>
                  <a:txBody>
                    <a:bodyPr/>
                    <a:lstStyle/>
                    <a:p>
                      <a:pPr marL="0" marR="0" lvl="0" indent="0" algn="l" rtl="0">
                        <a:spcBef>
                          <a:spcPts val="0"/>
                        </a:spcBef>
                        <a:spcAft>
                          <a:spcPts val="0"/>
                        </a:spcAft>
                        <a:buNone/>
                      </a:pPr>
                      <a:r>
                        <a:rPr lang="en" sz="1600">
                          <a:latin typeface="Roboto Light"/>
                          <a:ea typeface="Roboto Light"/>
                          <a:cs typeface="Roboto Light"/>
                          <a:sym typeface="Roboto Light"/>
                        </a:rPr>
                        <a:t>2</a:t>
                      </a:r>
                      <a:endParaRPr sz="16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600">
                          <a:latin typeface="Roboto Light"/>
                          <a:ea typeface="Roboto Light"/>
                          <a:cs typeface="Roboto Light"/>
                          <a:sym typeface="Roboto Light"/>
                        </a:rPr>
                        <a:t>Number of siblings</a:t>
                      </a:r>
                      <a:endParaRPr sz="1300">
                        <a:latin typeface="Roboto Light"/>
                        <a:ea typeface="Roboto Light"/>
                        <a:cs typeface="Roboto Light"/>
                        <a:sym typeface="Roboto Light"/>
                      </a:endParaRPr>
                    </a:p>
                  </a:txBody>
                  <a:tcPr marL="68600" marR="68600" marT="34300" marB="34300">
                    <a:lnR w="12700" cap="flat" cmpd="sng">
                      <a:solidFill>
                        <a:schemeClr val="lt1"/>
                      </a:solidFill>
                      <a:prstDash val="solid"/>
                      <a:round/>
                      <a:headEnd type="none" w="sm" len="sm"/>
                      <a:tailEnd type="none" w="sm" len="sm"/>
                    </a:lnR>
                  </a:tcPr>
                </a:tc>
                <a:tc>
                  <a:txBody>
                    <a:bodyPr/>
                    <a:lstStyle/>
                    <a:p>
                      <a:pPr marL="0" lvl="0" indent="0" algn="l" rtl="0">
                        <a:spcBef>
                          <a:spcPts val="0"/>
                        </a:spcBef>
                        <a:spcAft>
                          <a:spcPts val="0"/>
                        </a:spcAft>
                        <a:buNone/>
                      </a:pPr>
                      <a:endParaRPr/>
                    </a:p>
                  </a:txBody>
                  <a:tcPr marL="68600" marR="68600" marT="34300" marB="343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424700">
                <a:tc>
                  <a:txBody>
                    <a:bodyPr/>
                    <a:lstStyle/>
                    <a:p>
                      <a:pPr marL="0" marR="0" lvl="0" indent="0" algn="l" rtl="0">
                        <a:spcBef>
                          <a:spcPts val="0"/>
                        </a:spcBef>
                        <a:spcAft>
                          <a:spcPts val="0"/>
                        </a:spcAft>
                        <a:buNone/>
                      </a:pPr>
                      <a:r>
                        <a:rPr lang="en" sz="1600">
                          <a:latin typeface="Roboto Light"/>
                          <a:ea typeface="Roboto Light"/>
                          <a:cs typeface="Roboto Light"/>
                          <a:sym typeface="Roboto Light"/>
                        </a:rPr>
                        <a:t>3</a:t>
                      </a:r>
                      <a:endParaRPr sz="1600">
                        <a:latin typeface="Roboto Light"/>
                        <a:ea typeface="Roboto Light"/>
                        <a:cs typeface="Roboto Light"/>
                        <a:sym typeface="Roboto Light"/>
                      </a:endParaRPr>
                    </a:p>
                  </a:txBody>
                  <a:tcPr marL="68600" marR="68600" marT="34300" marB="34300">
                    <a:solidFill>
                      <a:srgbClr val="F3F3F3"/>
                    </a:solidFill>
                  </a:tcPr>
                </a:tc>
                <a:tc>
                  <a:txBody>
                    <a:bodyPr/>
                    <a:lstStyle/>
                    <a:p>
                      <a:pPr marL="0" marR="0" lvl="0" indent="0" algn="l" rtl="0">
                        <a:spcBef>
                          <a:spcPts val="0"/>
                        </a:spcBef>
                        <a:spcAft>
                          <a:spcPts val="0"/>
                        </a:spcAft>
                        <a:buNone/>
                      </a:pPr>
                      <a:r>
                        <a:rPr lang="en" sz="1600">
                          <a:latin typeface="Roboto Light"/>
                          <a:ea typeface="Roboto Light"/>
                          <a:cs typeface="Roboto Light"/>
                          <a:sym typeface="Roboto Light"/>
                        </a:rPr>
                        <a:t>GPA</a:t>
                      </a:r>
                      <a:endParaRPr sz="1300">
                        <a:latin typeface="Roboto Light"/>
                        <a:ea typeface="Roboto Light"/>
                        <a:cs typeface="Roboto Light"/>
                        <a:sym typeface="Roboto Light"/>
                      </a:endParaRPr>
                    </a:p>
                  </a:txBody>
                  <a:tcPr marL="68600" marR="68600" marT="34300" marB="34300">
                    <a:lnR w="12700" cap="flat" cmpd="sng">
                      <a:solidFill>
                        <a:schemeClr val="lt1"/>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endParaRPr/>
                    </a:p>
                  </a:txBody>
                  <a:tcPr marL="68600" marR="68600" marT="34300" marB="343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3F3F3"/>
                    </a:solidFill>
                  </a:tcPr>
                </a:tc>
                <a:extLst>
                  <a:ext uri="{0D108BD9-81ED-4DB2-BD59-A6C34878D82A}">
                    <a16:rowId xmlns:a16="http://schemas.microsoft.com/office/drawing/2014/main" val="10003"/>
                  </a:ext>
                </a:extLst>
              </a:tr>
              <a:tr h="424700">
                <a:tc>
                  <a:txBody>
                    <a:bodyPr/>
                    <a:lstStyle/>
                    <a:p>
                      <a:pPr marL="0" marR="0" lvl="0" indent="0" algn="l" rtl="0">
                        <a:spcBef>
                          <a:spcPts val="0"/>
                        </a:spcBef>
                        <a:spcAft>
                          <a:spcPts val="0"/>
                        </a:spcAft>
                        <a:buNone/>
                      </a:pPr>
                      <a:r>
                        <a:rPr lang="en" sz="1600">
                          <a:latin typeface="Roboto Light"/>
                          <a:ea typeface="Roboto Light"/>
                          <a:cs typeface="Roboto Light"/>
                          <a:sym typeface="Roboto Light"/>
                        </a:rPr>
                        <a:t>4</a:t>
                      </a:r>
                      <a:endParaRPr sz="16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600">
                          <a:latin typeface="Roboto Light"/>
                          <a:ea typeface="Roboto Light"/>
                          <a:cs typeface="Roboto Light"/>
                          <a:sym typeface="Roboto Light"/>
                        </a:rPr>
                        <a:t>Income bracket</a:t>
                      </a:r>
                      <a:endParaRPr sz="1300">
                        <a:latin typeface="Roboto Light"/>
                        <a:ea typeface="Roboto Light"/>
                        <a:cs typeface="Roboto Light"/>
                        <a:sym typeface="Roboto Light"/>
                      </a:endParaRPr>
                    </a:p>
                    <a:p>
                      <a:pPr marL="0" marR="0" lvl="0" indent="0" algn="l" rtl="0">
                        <a:spcBef>
                          <a:spcPts val="0"/>
                        </a:spcBef>
                        <a:spcAft>
                          <a:spcPts val="0"/>
                        </a:spcAft>
                        <a:buNone/>
                      </a:pPr>
                      <a:r>
                        <a:rPr lang="en" sz="1600">
                          <a:latin typeface="Roboto Light"/>
                          <a:ea typeface="Roboto Light"/>
                          <a:cs typeface="Roboto Light"/>
                          <a:sym typeface="Roboto Light"/>
                        </a:rPr>
                        <a:t>(low, med, high)</a:t>
                      </a:r>
                      <a:endParaRPr sz="1300">
                        <a:latin typeface="Roboto Light"/>
                        <a:ea typeface="Roboto Light"/>
                        <a:cs typeface="Roboto Light"/>
                        <a:sym typeface="Roboto Light"/>
                      </a:endParaRPr>
                    </a:p>
                  </a:txBody>
                  <a:tcPr marL="68600" marR="68600" marT="34300" marB="34300">
                    <a:lnR w="12700" cap="flat" cmpd="sng">
                      <a:solidFill>
                        <a:schemeClr val="lt1"/>
                      </a:solidFill>
                      <a:prstDash val="solid"/>
                      <a:round/>
                      <a:headEnd type="none" w="sm" len="sm"/>
                      <a:tailEnd type="none" w="sm" len="sm"/>
                    </a:lnR>
                  </a:tcPr>
                </a:tc>
                <a:tc>
                  <a:txBody>
                    <a:bodyPr/>
                    <a:lstStyle/>
                    <a:p>
                      <a:pPr marL="0" lvl="0" indent="0" algn="l" rtl="0">
                        <a:spcBef>
                          <a:spcPts val="0"/>
                        </a:spcBef>
                        <a:spcAft>
                          <a:spcPts val="0"/>
                        </a:spcAft>
                        <a:buNone/>
                      </a:pPr>
                      <a:endParaRPr/>
                    </a:p>
                  </a:txBody>
                  <a:tcPr marL="68600" marR="68600" marT="34300" marB="343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424700">
                <a:tc>
                  <a:txBody>
                    <a:bodyPr/>
                    <a:lstStyle/>
                    <a:p>
                      <a:pPr marL="0" marR="0" lvl="0" indent="0" algn="l" rtl="0">
                        <a:spcBef>
                          <a:spcPts val="0"/>
                        </a:spcBef>
                        <a:spcAft>
                          <a:spcPts val="0"/>
                        </a:spcAft>
                        <a:buNone/>
                      </a:pPr>
                      <a:r>
                        <a:rPr lang="en" sz="1600">
                          <a:latin typeface="Roboto Light"/>
                          <a:ea typeface="Roboto Light"/>
                          <a:cs typeface="Roboto Light"/>
                          <a:sym typeface="Roboto Light"/>
                        </a:rPr>
                        <a:t>5</a:t>
                      </a:r>
                      <a:endParaRPr sz="1600">
                        <a:latin typeface="Roboto Light"/>
                        <a:ea typeface="Roboto Light"/>
                        <a:cs typeface="Roboto Light"/>
                        <a:sym typeface="Roboto Light"/>
                      </a:endParaRPr>
                    </a:p>
                  </a:txBody>
                  <a:tcPr marL="68600" marR="68600" marT="34300" marB="34300">
                    <a:solidFill>
                      <a:srgbClr val="F3F3F3"/>
                    </a:solidFill>
                  </a:tcPr>
                </a:tc>
                <a:tc>
                  <a:txBody>
                    <a:bodyPr/>
                    <a:lstStyle/>
                    <a:p>
                      <a:pPr marL="0" marR="0" lvl="0" indent="0" algn="l" rtl="0">
                        <a:spcBef>
                          <a:spcPts val="0"/>
                        </a:spcBef>
                        <a:spcAft>
                          <a:spcPts val="0"/>
                        </a:spcAft>
                        <a:buNone/>
                      </a:pPr>
                      <a:r>
                        <a:rPr lang="en" sz="1600">
                          <a:latin typeface="Roboto Light"/>
                          <a:ea typeface="Roboto Light"/>
                          <a:cs typeface="Roboto Light"/>
                          <a:sym typeface="Roboto Light"/>
                        </a:rPr>
                        <a:t>Race</a:t>
                      </a:r>
                      <a:endParaRPr sz="1300">
                        <a:latin typeface="Roboto Light"/>
                        <a:ea typeface="Roboto Light"/>
                        <a:cs typeface="Roboto Light"/>
                        <a:sym typeface="Roboto Light"/>
                      </a:endParaRPr>
                    </a:p>
                  </a:txBody>
                  <a:tcPr marL="68600" marR="68600" marT="34300" marB="34300">
                    <a:lnR w="12700" cap="flat" cmpd="sng">
                      <a:solidFill>
                        <a:schemeClr val="lt1"/>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endParaRPr/>
                    </a:p>
                  </a:txBody>
                  <a:tcPr marL="68600" marR="68600" marT="34300" marB="343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3F3F3"/>
                    </a:solidFill>
                  </a:tcPr>
                </a:tc>
                <a:extLst>
                  <a:ext uri="{0D108BD9-81ED-4DB2-BD59-A6C34878D82A}">
                    <a16:rowId xmlns:a16="http://schemas.microsoft.com/office/drawing/2014/main" val="10005"/>
                  </a:ext>
                </a:extLst>
              </a:tr>
              <a:tr h="424700">
                <a:tc>
                  <a:txBody>
                    <a:bodyPr/>
                    <a:lstStyle/>
                    <a:p>
                      <a:pPr marL="0" marR="0" lvl="0" indent="0" algn="l" rtl="0">
                        <a:spcBef>
                          <a:spcPts val="0"/>
                        </a:spcBef>
                        <a:spcAft>
                          <a:spcPts val="0"/>
                        </a:spcAft>
                        <a:buNone/>
                      </a:pPr>
                      <a:r>
                        <a:rPr lang="en" sz="1600">
                          <a:latin typeface="Roboto Light"/>
                          <a:ea typeface="Roboto Light"/>
                          <a:cs typeface="Roboto Light"/>
                          <a:sym typeface="Roboto Light"/>
                        </a:rPr>
                        <a:t>6</a:t>
                      </a:r>
                      <a:endParaRPr sz="16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600">
                          <a:latin typeface="Roboto Light"/>
                          <a:ea typeface="Roboto Light"/>
                          <a:cs typeface="Roboto Light"/>
                          <a:sym typeface="Roboto Light"/>
                        </a:rPr>
                        <a:t>Number of years of education</a:t>
                      </a:r>
                      <a:endParaRPr sz="1300">
                        <a:latin typeface="Roboto Light"/>
                        <a:ea typeface="Roboto Light"/>
                        <a:cs typeface="Roboto Light"/>
                        <a:sym typeface="Roboto Light"/>
                      </a:endParaRPr>
                    </a:p>
                  </a:txBody>
                  <a:tcPr marL="68600" marR="68600" marT="34300" marB="34300">
                    <a:lnR w="12700" cap="flat" cmpd="sng">
                      <a:solidFill>
                        <a:schemeClr val="lt1"/>
                      </a:solidFill>
                      <a:prstDash val="solid"/>
                      <a:round/>
                      <a:headEnd type="none" w="sm" len="sm"/>
                      <a:tailEnd type="none" w="sm" len="sm"/>
                    </a:lnR>
                  </a:tcPr>
                </a:tc>
                <a:tc>
                  <a:txBody>
                    <a:bodyPr/>
                    <a:lstStyle/>
                    <a:p>
                      <a:pPr marL="0" lvl="0" indent="0" algn="l" rtl="0">
                        <a:spcBef>
                          <a:spcPts val="0"/>
                        </a:spcBef>
                        <a:spcAft>
                          <a:spcPts val="0"/>
                        </a:spcAft>
                        <a:buNone/>
                      </a:pPr>
                      <a:endParaRPr/>
                    </a:p>
                  </a:txBody>
                  <a:tcPr marL="68600" marR="68600" marT="34300" marB="343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r h="424700">
                <a:tc>
                  <a:txBody>
                    <a:bodyPr/>
                    <a:lstStyle/>
                    <a:p>
                      <a:pPr marL="0" marR="0" lvl="0" indent="0" algn="l" rtl="0">
                        <a:spcBef>
                          <a:spcPts val="0"/>
                        </a:spcBef>
                        <a:spcAft>
                          <a:spcPts val="0"/>
                        </a:spcAft>
                        <a:buNone/>
                      </a:pPr>
                      <a:r>
                        <a:rPr lang="en" sz="1600">
                          <a:latin typeface="Roboto Light"/>
                          <a:ea typeface="Roboto Light"/>
                          <a:cs typeface="Roboto Light"/>
                          <a:sym typeface="Roboto Light"/>
                        </a:rPr>
                        <a:t>7</a:t>
                      </a:r>
                      <a:endParaRPr sz="1600">
                        <a:latin typeface="Roboto Light"/>
                        <a:ea typeface="Roboto Light"/>
                        <a:cs typeface="Roboto Light"/>
                        <a:sym typeface="Roboto Light"/>
                      </a:endParaRPr>
                    </a:p>
                  </a:txBody>
                  <a:tcPr marL="68600" marR="68600" marT="34300" marB="34300">
                    <a:solidFill>
                      <a:srgbClr val="F3F3F3"/>
                    </a:solidFill>
                  </a:tcPr>
                </a:tc>
                <a:tc>
                  <a:txBody>
                    <a:bodyPr/>
                    <a:lstStyle/>
                    <a:p>
                      <a:pPr marL="0" marR="0" lvl="0" indent="0" algn="l" rtl="0">
                        <a:spcBef>
                          <a:spcPts val="0"/>
                        </a:spcBef>
                        <a:spcAft>
                          <a:spcPts val="0"/>
                        </a:spcAft>
                        <a:buNone/>
                      </a:pPr>
                      <a:r>
                        <a:rPr lang="en" sz="1600">
                          <a:latin typeface="Roboto Light"/>
                          <a:ea typeface="Roboto Light"/>
                          <a:cs typeface="Roboto Light"/>
                          <a:sym typeface="Roboto Light"/>
                        </a:rPr>
                        <a:t>Yelp Rating</a:t>
                      </a:r>
                      <a:endParaRPr sz="1300">
                        <a:latin typeface="Roboto Light"/>
                        <a:ea typeface="Roboto Light"/>
                        <a:cs typeface="Roboto Light"/>
                        <a:sym typeface="Roboto Light"/>
                      </a:endParaRPr>
                    </a:p>
                  </a:txBody>
                  <a:tcPr marL="68600" marR="68600" marT="34300" marB="34300">
                    <a:lnR w="12700" cap="flat" cmpd="sng">
                      <a:solidFill>
                        <a:schemeClr val="lt1"/>
                      </a:solidFill>
                      <a:prstDash val="solid"/>
                      <a:round/>
                      <a:headEnd type="none" w="sm" len="sm"/>
                      <a:tailEnd type="none" w="sm" len="sm"/>
                    </a:lnR>
                    <a:solidFill>
                      <a:srgbClr val="F3F3F3"/>
                    </a:solidFill>
                  </a:tcPr>
                </a:tc>
                <a:tc>
                  <a:txBody>
                    <a:bodyPr/>
                    <a:lstStyle/>
                    <a:p>
                      <a:pPr marL="0" lvl="0" indent="0" algn="l" rtl="0">
                        <a:spcBef>
                          <a:spcPts val="0"/>
                        </a:spcBef>
                        <a:spcAft>
                          <a:spcPts val="0"/>
                        </a:spcAft>
                        <a:buNone/>
                      </a:pPr>
                      <a:endParaRPr/>
                    </a:p>
                  </a:txBody>
                  <a:tcPr marL="68600" marR="68600" marT="34300" marB="343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3F3F3"/>
                    </a:solidFill>
                  </a:tcPr>
                </a:tc>
                <a:extLst>
                  <a:ext uri="{0D108BD9-81ED-4DB2-BD59-A6C34878D82A}">
                    <a16:rowId xmlns:a16="http://schemas.microsoft.com/office/drawing/2014/main" val="10007"/>
                  </a:ext>
                </a:extLst>
              </a:tr>
            </a:tbl>
          </a:graphicData>
        </a:graphic>
      </p:graphicFrame>
      <p:sp>
        <p:nvSpPr>
          <p:cNvPr id="997" name="Google Shape;997;p167"/>
          <p:cNvSpPr/>
          <p:nvPr/>
        </p:nvSpPr>
        <p:spPr>
          <a:xfrm>
            <a:off x="5974550" y="3950450"/>
            <a:ext cx="2606700" cy="97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latin typeface="Roboto Light"/>
                <a:ea typeface="Roboto Light"/>
                <a:cs typeface="Roboto Light"/>
                <a:sym typeface="Roboto Light"/>
              </a:rPr>
              <a:t>Meta: For this exercise,</a:t>
            </a:r>
            <a:br>
              <a:rPr lang="en" sz="1600">
                <a:latin typeface="Roboto Light"/>
                <a:ea typeface="Roboto Light"/>
                <a:cs typeface="Roboto Light"/>
                <a:sym typeface="Roboto Light"/>
              </a:rPr>
            </a:br>
            <a:r>
              <a:rPr lang="en" sz="1600">
                <a:latin typeface="Roboto Light"/>
                <a:ea typeface="Roboto Light"/>
                <a:cs typeface="Roboto Light"/>
                <a:sym typeface="Roboto Light"/>
              </a:rPr>
              <a:t>The Feature Type variable is Qualitative Nominal.</a:t>
            </a:r>
            <a:endParaRPr sz="1600">
              <a:latin typeface="Roboto Light"/>
              <a:ea typeface="Roboto Light"/>
              <a:cs typeface="Roboto Light"/>
              <a:sym typeface="Roboto Light"/>
            </a:endParaRPr>
          </a:p>
        </p:txBody>
      </p:sp>
      <p:sp>
        <p:nvSpPr>
          <p:cNvPr id="998" name="Google Shape;998;p167"/>
          <p:cNvSpPr txBox="1"/>
          <p:nvPr/>
        </p:nvSpPr>
        <p:spPr>
          <a:xfrm>
            <a:off x="2597485" y="1623320"/>
            <a:ext cx="3023700" cy="334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solidFill>
                  <a:schemeClr val="accent3"/>
                </a:solidFill>
                <a:latin typeface="Roboto"/>
                <a:ea typeface="Roboto"/>
                <a:cs typeface="Roboto"/>
                <a:sym typeface="Roboto"/>
              </a:rPr>
              <a:t>A. Quantitative Cont.</a:t>
            </a:r>
            <a:endParaRPr sz="1600" b="1">
              <a:solidFill>
                <a:schemeClr val="accent3"/>
              </a:solidFill>
              <a:latin typeface="Roboto"/>
              <a:ea typeface="Roboto"/>
              <a:cs typeface="Roboto"/>
              <a:sym typeface="Roboto"/>
            </a:endParaRPr>
          </a:p>
          <a:p>
            <a:pPr marL="0" lvl="0" indent="0" algn="l" rtl="0">
              <a:spcBef>
                <a:spcPts val="1400"/>
              </a:spcBef>
              <a:spcAft>
                <a:spcPts val="0"/>
              </a:spcAft>
              <a:buNone/>
            </a:pPr>
            <a:r>
              <a:rPr lang="en" sz="1600" b="1">
                <a:solidFill>
                  <a:schemeClr val="accent3"/>
                </a:solidFill>
                <a:latin typeface="Roboto"/>
                <a:ea typeface="Roboto"/>
                <a:cs typeface="Roboto"/>
                <a:sym typeface="Roboto"/>
              </a:rPr>
              <a:t>B. Quantitative Discrete</a:t>
            </a:r>
            <a:endParaRPr sz="1600" b="1">
              <a:solidFill>
                <a:schemeClr val="accent3"/>
              </a:solidFill>
              <a:latin typeface="Roboto"/>
              <a:ea typeface="Roboto"/>
              <a:cs typeface="Roboto"/>
              <a:sym typeface="Roboto"/>
            </a:endParaRPr>
          </a:p>
          <a:p>
            <a:pPr marL="0" lvl="0" indent="0" algn="l" rtl="0">
              <a:spcBef>
                <a:spcPts val="1400"/>
              </a:spcBef>
              <a:spcAft>
                <a:spcPts val="0"/>
              </a:spcAft>
              <a:buNone/>
            </a:pPr>
            <a:r>
              <a:rPr lang="en" sz="1600" b="1">
                <a:solidFill>
                  <a:schemeClr val="accent3"/>
                </a:solidFill>
                <a:latin typeface="Roboto"/>
                <a:ea typeface="Roboto"/>
                <a:cs typeface="Roboto"/>
                <a:sym typeface="Roboto"/>
              </a:rPr>
              <a:t>A. Quantitative Cont.</a:t>
            </a:r>
            <a:endParaRPr sz="1600" b="1">
              <a:solidFill>
                <a:schemeClr val="accent3"/>
              </a:solidFill>
              <a:latin typeface="Roboto"/>
              <a:ea typeface="Roboto"/>
              <a:cs typeface="Roboto"/>
              <a:sym typeface="Roboto"/>
            </a:endParaRPr>
          </a:p>
          <a:p>
            <a:pPr marL="0" lvl="0" indent="0" algn="l" rtl="0">
              <a:spcBef>
                <a:spcPts val="1400"/>
              </a:spcBef>
              <a:spcAft>
                <a:spcPts val="0"/>
              </a:spcAft>
              <a:buNone/>
            </a:pPr>
            <a:r>
              <a:rPr lang="en" sz="1600" b="1">
                <a:solidFill>
                  <a:schemeClr val="accent4"/>
                </a:solidFill>
                <a:latin typeface="Roboto"/>
                <a:ea typeface="Roboto"/>
                <a:cs typeface="Roboto"/>
                <a:sym typeface="Roboto"/>
              </a:rPr>
              <a:t>C. Qualitative Ordinal</a:t>
            </a:r>
            <a:br>
              <a:rPr lang="en" sz="1600" b="1">
                <a:solidFill>
                  <a:schemeClr val="accent3"/>
                </a:solidFill>
                <a:latin typeface="Roboto"/>
                <a:ea typeface="Roboto"/>
                <a:cs typeface="Roboto"/>
                <a:sym typeface="Roboto"/>
              </a:rPr>
            </a:br>
            <a:endParaRPr sz="1300" b="1">
              <a:solidFill>
                <a:schemeClr val="accent3"/>
              </a:solidFill>
              <a:latin typeface="Roboto"/>
              <a:ea typeface="Roboto"/>
              <a:cs typeface="Roboto"/>
              <a:sym typeface="Roboto"/>
            </a:endParaRPr>
          </a:p>
          <a:p>
            <a:pPr marL="0" lvl="0" indent="0" algn="l" rtl="0">
              <a:spcBef>
                <a:spcPts val="1400"/>
              </a:spcBef>
              <a:spcAft>
                <a:spcPts val="0"/>
              </a:spcAft>
              <a:buNone/>
            </a:pPr>
            <a:r>
              <a:rPr lang="en" sz="1600" b="1">
                <a:solidFill>
                  <a:schemeClr val="accent4"/>
                </a:solidFill>
                <a:latin typeface="Roboto"/>
                <a:ea typeface="Roboto"/>
                <a:cs typeface="Roboto"/>
                <a:sym typeface="Roboto"/>
              </a:rPr>
              <a:t>D. Qualitative Nominal</a:t>
            </a:r>
            <a:endParaRPr sz="1600" b="1">
              <a:solidFill>
                <a:schemeClr val="accent4"/>
              </a:solidFill>
              <a:latin typeface="Roboto"/>
              <a:ea typeface="Roboto"/>
              <a:cs typeface="Roboto"/>
              <a:sym typeface="Roboto"/>
            </a:endParaRPr>
          </a:p>
          <a:p>
            <a:pPr marL="0" lvl="0" indent="0" algn="l" rtl="0">
              <a:spcBef>
                <a:spcPts val="1400"/>
              </a:spcBef>
              <a:spcAft>
                <a:spcPts val="0"/>
              </a:spcAft>
              <a:buNone/>
            </a:pPr>
            <a:r>
              <a:rPr lang="en" sz="1600" b="1">
                <a:solidFill>
                  <a:schemeClr val="accent3"/>
                </a:solidFill>
                <a:latin typeface="Roboto"/>
                <a:ea typeface="Roboto"/>
                <a:cs typeface="Roboto"/>
                <a:sym typeface="Roboto"/>
              </a:rPr>
              <a:t>B. Quantitative Discrete</a:t>
            </a:r>
            <a:br>
              <a:rPr lang="en" sz="1600" b="1">
                <a:solidFill>
                  <a:schemeClr val="accent3"/>
                </a:solidFill>
                <a:latin typeface="Roboto"/>
                <a:ea typeface="Roboto"/>
                <a:cs typeface="Roboto"/>
                <a:sym typeface="Roboto"/>
              </a:rPr>
            </a:br>
            <a:endParaRPr sz="1000" b="1">
              <a:solidFill>
                <a:schemeClr val="accent3"/>
              </a:solidFill>
              <a:latin typeface="Roboto"/>
              <a:ea typeface="Roboto"/>
              <a:cs typeface="Roboto"/>
              <a:sym typeface="Roboto"/>
            </a:endParaRPr>
          </a:p>
          <a:p>
            <a:pPr marL="0" lvl="0" indent="0" algn="l" rtl="0">
              <a:spcBef>
                <a:spcPts val="1400"/>
              </a:spcBef>
              <a:spcAft>
                <a:spcPts val="1400"/>
              </a:spcAft>
              <a:buNone/>
            </a:pPr>
            <a:r>
              <a:rPr lang="en" sz="1600" b="1">
                <a:solidFill>
                  <a:schemeClr val="accent4"/>
                </a:solidFill>
                <a:latin typeface="Roboto"/>
                <a:ea typeface="Roboto"/>
                <a:cs typeface="Roboto"/>
                <a:sym typeface="Roboto"/>
              </a:rPr>
              <a:t>C. Qualitative Ordinal</a:t>
            </a:r>
            <a:endParaRPr sz="1600" b="1">
              <a:solidFill>
                <a:schemeClr val="accent4"/>
              </a:solidFill>
              <a:latin typeface="Roboto"/>
              <a:ea typeface="Roboto"/>
              <a:cs typeface="Roboto"/>
              <a:sym typeface="Roboto"/>
            </a:endParaRPr>
          </a:p>
        </p:txBody>
      </p:sp>
      <p:sp>
        <p:nvSpPr>
          <p:cNvPr id="999" name="Google Shape;999;p167"/>
          <p:cNvSpPr/>
          <p:nvPr/>
        </p:nvSpPr>
        <p:spPr>
          <a:xfrm>
            <a:off x="5581802" y="1128800"/>
            <a:ext cx="1293000" cy="393600"/>
          </a:xfrm>
          <a:prstGeom prst="roundRect">
            <a:avLst>
              <a:gd name="adj" fmla="val 16667"/>
            </a:avLst>
          </a:prstGeom>
          <a:solidFill>
            <a:schemeClr val="lt1"/>
          </a:solidFill>
          <a:ln w="28575" cap="flat" cmpd="sng">
            <a:solidFill>
              <a:schemeClr val="accent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b="1">
                <a:solidFill>
                  <a:schemeClr val="accent3"/>
                </a:solidFill>
                <a:latin typeface="Roboto"/>
                <a:ea typeface="Roboto"/>
                <a:cs typeface="Roboto"/>
                <a:sym typeface="Roboto"/>
              </a:rPr>
              <a:t>Quantitative</a:t>
            </a:r>
            <a:endParaRPr b="1">
              <a:solidFill>
                <a:schemeClr val="accent3"/>
              </a:solidFill>
              <a:latin typeface="Roboto"/>
              <a:ea typeface="Roboto"/>
              <a:cs typeface="Roboto"/>
              <a:sym typeface="Roboto"/>
            </a:endParaRPr>
          </a:p>
        </p:txBody>
      </p:sp>
      <p:sp>
        <p:nvSpPr>
          <p:cNvPr id="1000" name="Google Shape;1000;p167"/>
          <p:cNvSpPr/>
          <p:nvPr/>
        </p:nvSpPr>
        <p:spPr>
          <a:xfrm>
            <a:off x="7551290" y="1146800"/>
            <a:ext cx="1293000" cy="375600"/>
          </a:xfrm>
          <a:prstGeom prst="roundRect">
            <a:avLst>
              <a:gd name="adj" fmla="val 16667"/>
            </a:avLst>
          </a:prstGeom>
          <a:solidFill>
            <a:schemeClr val="lt1"/>
          </a:solidFill>
          <a:ln w="28575"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b="1">
                <a:solidFill>
                  <a:schemeClr val="accent4"/>
                </a:solidFill>
                <a:latin typeface="Roboto"/>
                <a:ea typeface="Roboto"/>
                <a:cs typeface="Roboto"/>
                <a:sym typeface="Roboto"/>
              </a:rPr>
              <a:t>Qualitative </a:t>
            </a:r>
            <a:endParaRPr b="1">
              <a:solidFill>
                <a:schemeClr val="accent4"/>
              </a:solidFill>
              <a:latin typeface="Roboto"/>
              <a:ea typeface="Roboto"/>
              <a:cs typeface="Roboto"/>
              <a:sym typeface="Roboto"/>
            </a:endParaRPr>
          </a:p>
        </p:txBody>
      </p:sp>
      <p:cxnSp>
        <p:nvCxnSpPr>
          <p:cNvPr id="1001" name="Google Shape;1001;p167"/>
          <p:cNvCxnSpPr>
            <a:stCxn id="1002" idx="2"/>
            <a:endCxn id="999" idx="0"/>
          </p:cNvCxnSpPr>
          <p:nvPr/>
        </p:nvCxnSpPr>
        <p:spPr>
          <a:xfrm flipH="1">
            <a:off x="6228398" y="726550"/>
            <a:ext cx="978900" cy="402300"/>
          </a:xfrm>
          <a:prstGeom prst="straightConnector1">
            <a:avLst/>
          </a:prstGeom>
          <a:noFill/>
          <a:ln w="28575" cap="flat" cmpd="sng">
            <a:solidFill>
              <a:schemeClr val="dk1"/>
            </a:solidFill>
            <a:prstDash val="solid"/>
            <a:miter lim="800000"/>
            <a:headEnd type="none" w="sm" len="sm"/>
            <a:tailEnd type="triangle" w="med" len="med"/>
          </a:ln>
        </p:spPr>
      </p:cxnSp>
      <p:cxnSp>
        <p:nvCxnSpPr>
          <p:cNvPr id="1003" name="Google Shape;1003;p167"/>
          <p:cNvCxnSpPr>
            <a:stCxn id="1002" idx="2"/>
            <a:endCxn id="1000" idx="0"/>
          </p:cNvCxnSpPr>
          <p:nvPr/>
        </p:nvCxnSpPr>
        <p:spPr>
          <a:xfrm>
            <a:off x="7207298" y="726550"/>
            <a:ext cx="990600" cy="420300"/>
          </a:xfrm>
          <a:prstGeom prst="straightConnector1">
            <a:avLst/>
          </a:prstGeom>
          <a:noFill/>
          <a:ln w="28575" cap="flat" cmpd="sng">
            <a:solidFill>
              <a:schemeClr val="dk1"/>
            </a:solidFill>
            <a:prstDash val="solid"/>
            <a:miter lim="800000"/>
            <a:headEnd type="none" w="sm" len="sm"/>
            <a:tailEnd type="triangle" w="med" len="med"/>
          </a:ln>
        </p:spPr>
      </p:cxnSp>
      <p:sp>
        <p:nvSpPr>
          <p:cNvPr id="1004" name="Google Shape;1004;p167"/>
          <p:cNvSpPr/>
          <p:nvPr/>
        </p:nvSpPr>
        <p:spPr>
          <a:xfrm>
            <a:off x="7330748" y="2059900"/>
            <a:ext cx="723300" cy="537600"/>
          </a:xfrm>
          <a:prstGeom prst="roundRect">
            <a:avLst>
              <a:gd name="adj" fmla="val 16667"/>
            </a:avLst>
          </a:prstGeom>
          <a:solidFill>
            <a:schemeClr val="lt1"/>
          </a:solidFill>
          <a:ln w="28575"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a:solidFill>
                  <a:schemeClr val="dk1"/>
                </a:solidFill>
                <a:latin typeface="Roboto Light"/>
                <a:ea typeface="Roboto Light"/>
                <a:cs typeface="Roboto Light"/>
                <a:sym typeface="Roboto Light"/>
              </a:rPr>
              <a:t>Ord-</a:t>
            </a:r>
            <a:br>
              <a:rPr lang="en">
                <a:solidFill>
                  <a:schemeClr val="dk1"/>
                </a:solidFill>
                <a:latin typeface="Roboto Light"/>
                <a:ea typeface="Roboto Light"/>
                <a:cs typeface="Roboto Light"/>
                <a:sym typeface="Roboto Light"/>
              </a:rPr>
            </a:br>
            <a:r>
              <a:rPr lang="en">
                <a:solidFill>
                  <a:schemeClr val="dk1"/>
                </a:solidFill>
                <a:latin typeface="Roboto Light"/>
                <a:ea typeface="Roboto Light"/>
                <a:cs typeface="Roboto Light"/>
                <a:sym typeface="Roboto Light"/>
              </a:rPr>
              <a:t>inal</a:t>
            </a:r>
            <a:endParaRPr>
              <a:solidFill>
                <a:schemeClr val="dk1"/>
              </a:solidFill>
              <a:latin typeface="Roboto Light"/>
              <a:ea typeface="Roboto Light"/>
              <a:cs typeface="Roboto Light"/>
              <a:sym typeface="Roboto Light"/>
            </a:endParaRPr>
          </a:p>
        </p:txBody>
      </p:sp>
      <p:sp>
        <p:nvSpPr>
          <p:cNvPr id="1005" name="Google Shape;1005;p167"/>
          <p:cNvSpPr/>
          <p:nvPr/>
        </p:nvSpPr>
        <p:spPr>
          <a:xfrm>
            <a:off x="8268300" y="2059900"/>
            <a:ext cx="723300" cy="537600"/>
          </a:xfrm>
          <a:prstGeom prst="roundRect">
            <a:avLst>
              <a:gd name="adj" fmla="val 16667"/>
            </a:avLst>
          </a:prstGeom>
          <a:solidFill>
            <a:schemeClr val="lt1"/>
          </a:solidFill>
          <a:ln w="28575"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a:solidFill>
                  <a:schemeClr val="dk1"/>
                </a:solidFill>
                <a:latin typeface="Roboto Light"/>
                <a:ea typeface="Roboto Light"/>
                <a:cs typeface="Roboto Light"/>
                <a:sym typeface="Roboto Light"/>
              </a:rPr>
              <a:t>Nom-</a:t>
            </a:r>
            <a:br>
              <a:rPr lang="en">
                <a:solidFill>
                  <a:schemeClr val="dk1"/>
                </a:solidFill>
                <a:latin typeface="Roboto Light"/>
                <a:ea typeface="Roboto Light"/>
                <a:cs typeface="Roboto Light"/>
                <a:sym typeface="Roboto Light"/>
              </a:rPr>
            </a:br>
            <a:r>
              <a:rPr lang="en">
                <a:solidFill>
                  <a:schemeClr val="dk1"/>
                </a:solidFill>
                <a:latin typeface="Roboto Light"/>
                <a:ea typeface="Roboto Light"/>
                <a:cs typeface="Roboto Light"/>
                <a:sym typeface="Roboto Light"/>
              </a:rPr>
              <a:t>inal</a:t>
            </a:r>
            <a:endParaRPr>
              <a:solidFill>
                <a:schemeClr val="dk1"/>
              </a:solidFill>
              <a:latin typeface="Roboto Light"/>
              <a:ea typeface="Roboto Light"/>
              <a:cs typeface="Roboto Light"/>
              <a:sym typeface="Roboto Light"/>
            </a:endParaRPr>
          </a:p>
        </p:txBody>
      </p:sp>
      <p:cxnSp>
        <p:nvCxnSpPr>
          <p:cNvPr id="1006" name="Google Shape;1006;p167"/>
          <p:cNvCxnSpPr>
            <a:stCxn id="1000" idx="2"/>
            <a:endCxn id="1004" idx="0"/>
          </p:cNvCxnSpPr>
          <p:nvPr/>
        </p:nvCxnSpPr>
        <p:spPr>
          <a:xfrm flipH="1">
            <a:off x="7692290" y="1522400"/>
            <a:ext cx="505500" cy="537600"/>
          </a:xfrm>
          <a:prstGeom prst="straightConnector1">
            <a:avLst/>
          </a:prstGeom>
          <a:noFill/>
          <a:ln w="28575" cap="flat" cmpd="sng">
            <a:solidFill>
              <a:schemeClr val="dk1"/>
            </a:solidFill>
            <a:prstDash val="solid"/>
            <a:miter lim="800000"/>
            <a:headEnd type="none" w="sm" len="sm"/>
            <a:tailEnd type="triangle" w="med" len="med"/>
          </a:ln>
        </p:spPr>
      </p:cxnSp>
      <p:cxnSp>
        <p:nvCxnSpPr>
          <p:cNvPr id="1007" name="Google Shape;1007;p167"/>
          <p:cNvCxnSpPr>
            <a:stCxn id="1000" idx="2"/>
            <a:endCxn id="1005" idx="0"/>
          </p:cNvCxnSpPr>
          <p:nvPr/>
        </p:nvCxnSpPr>
        <p:spPr>
          <a:xfrm>
            <a:off x="8197790" y="1522400"/>
            <a:ext cx="432300" cy="537600"/>
          </a:xfrm>
          <a:prstGeom prst="straightConnector1">
            <a:avLst/>
          </a:prstGeom>
          <a:noFill/>
          <a:ln w="28575" cap="flat" cmpd="sng">
            <a:solidFill>
              <a:schemeClr val="dk1"/>
            </a:solidFill>
            <a:prstDash val="solid"/>
            <a:miter lim="800000"/>
            <a:headEnd type="none" w="sm" len="sm"/>
            <a:tailEnd type="triangle" w="med" len="med"/>
          </a:ln>
        </p:spPr>
      </p:cxnSp>
      <p:sp>
        <p:nvSpPr>
          <p:cNvPr id="1008" name="Google Shape;1008;p167"/>
          <p:cNvSpPr/>
          <p:nvPr/>
        </p:nvSpPr>
        <p:spPr>
          <a:xfrm>
            <a:off x="5273575" y="2059900"/>
            <a:ext cx="862200" cy="537600"/>
          </a:xfrm>
          <a:prstGeom prst="roundRect">
            <a:avLst>
              <a:gd name="adj" fmla="val 16667"/>
            </a:avLst>
          </a:prstGeom>
          <a:solidFill>
            <a:schemeClr val="lt1"/>
          </a:solidFill>
          <a:ln w="28575" cap="flat" cmpd="sng">
            <a:solidFill>
              <a:schemeClr val="accent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a:solidFill>
                  <a:schemeClr val="dk1"/>
                </a:solidFill>
                <a:latin typeface="Roboto Light"/>
                <a:ea typeface="Roboto Light"/>
                <a:cs typeface="Roboto Light"/>
                <a:sym typeface="Roboto Light"/>
              </a:rPr>
              <a:t>Cont-</a:t>
            </a:r>
            <a:br>
              <a:rPr lang="en">
                <a:solidFill>
                  <a:schemeClr val="dk1"/>
                </a:solidFill>
                <a:latin typeface="Roboto Light"/>
                <a:ea typeface="Roboto Light"/>
                <a:cs typeface="Roboto Light"/>
                <a:sym typeface="Roboto Light"/>
              </a:rPr>
            </a:br>
            <a:r>
              <a:rPr lang="en">
                <a:solidFill>
                  <a:schemeClr val="dk1"/>
                </a:solidFill>
                <a:latin typeface="Roboto Light"/>
                <a:ea typeface="Roboto Light"/>
                <a:cs typeface="Roboto Light"/>
                <a:sym typeface="Roboto Light"/>
              </a:rPr>
              <a:t>inuous</a:t>
            </a:r>
            <a:endParaRPr>
              <a:solidFill>
                <a:schemeClr val="dk1"/>
              </a:solidFill>
              <a:latin typeface="Roboto Light"/>
              <a:ea typeface="Roboto Light"/>
              <a:cs typeface="Roboto Light"/>
              <a:sym typeface="Roboto Light"/>
            </a:endParaRPr>
          </a:p>
        </p:txBody>
      </p:sp>
      <p:sp>
        <p:nvSpPr>
          <p:cNvPr id="1009" name="Google Shape;1009;p167"/>
          <p:cNvSpPr/>
          <p:nvPr/>
        </p:nvSpPr>
        <p:spPr>
          <a:xfrm>
            <a:off x="6327217" y="2059900"/>
            <a:ext cx="723300" cy="537600"/>
          </a:xfrm>
          <a:prstGeom prst="roundRect">
            <a:avLst>
              <a:gd name="adj" fmla="val 16667"/>
            </a:avLst>
          </a:prstGeom>
          <a:solidFill>
            <a:schemeClr val="lt1"/>
          </a:solidFill>
          <a:ln w="28575" cap="flat" cmpd="sng">
            <a:solidFill>
              <a:schemeClr val="accent3"/>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a:solidFill>
                  <a:schemeClr val="dk1"/>
                </a:solidFill>
                <a:latin typeface="Roboto Light"/>
                <a:ea typeface="Roboto Light"/>
                <a:cs typeface="Roboto Light"/>
                <a:sym typeface="Roboto Light"/>
              </a:rPr>
              <a:t>Dis-</a:t>
            </a:r>
            <a:br>
              <a:rPr lang="en">
                <a:solidFill>
                  <a:schemeClr val="dk1"/>
                </a:solidFill>
                <a:latin typeface="Roboto Light"/>
                <a:ea typeface="Roboto Light"/>
                <a:cs typeface="Roboto Light"/>
                <a:sym typeface="Roboto Light"/>
              </a:rPr>
            </a:br>
            <a:r>
              <a:rPr lang="en">
                <a:solidFill>
                  <a:schemeClr val="dk1"/>
                </a:solidFill>
                <a:latin typeface="Roboto Light"/>
                <a:ea typeface="Roboto Light"/>
                <a:cs typeface="Roboto Light"/>
                <a:sym typeface="Roboto Light"/>
              </a:rPr>
              <a:t>crete</a:t>
            </a:r>
            <a:endParaRPr>
              <a:solidFill>
                <a:schemeClr val="dk1"/>
              </a:solidFill>
              <a:latin typeface="Roboto Light"/>
              <a:ea typeface="Roboto Light"/>
              <a:cs typeface="Roboto Light"/>
              <a:sym typeface="Roboto Light"/>
            </a:endParaRPr>
          </a:p>
        </p:txBody>
      </p:sp>
      <p:cxnSp>
        <p:nvCxnSpPr>
          <p:cNvPr id="1010" name="Google Shape;1010;p167"/>
          <p:cNvCxnSpPr>
            <a:stCxn id="999" idx="2"/>
            <a:endCxn id="1008" idx="0"/>
          </p:cNvCxnSpPr>
          <p:nvPr/>
        </p:nvCxnSpPr>
        <p:spPr>
          <a:xfrm flipH="1">
            <a:off x="5704802" y="1522400"/>
            <a:ext cx="523500" cy="537600"/>
          </a:xfrm>
          <a:prstGeom prst="straightConnector1">
            <a:avLst/>
          </a:prstGeom>
          <a:noFill/>
          <a:ln w="28575" cap="flat" cmpd="sng">
            <a:solidFill>
              <a:schemeClr val="dk1"/>
            </a:solidFill>
            <a:prstDash val="solid"/>
            <a:miter lim="800000"/>
            <a:headEnd type="none" w="sm" len="sm"/>
            <a:tailEnd type="triangle" w="med" len="med"/>
          </a:ln>
        </p:spPr>
      </p:cxnSp>
      <p:cxnSp>
        <p:nvCxnSpPr>
          <p:cNvPr id="1011" name="Google Shape;1011;p167"/>
          <p:cNvCxnSpPr>
            <a:stCxn id="999" idx="2"/>
            <a:endCxn id="1009" idx="0"/>
          </p:cNvCxnSpPr>
          <p:nvPr/>
        </p:nvCxnSpPr>
        <p:spPr>
          <a:xfrm>
            <a:off x="6228302" y="1522400"/>
            <a:ext cx="460500" cy="537600"/>
          </a:xfrm>
          <a:prstGeom prst="straightConnector1">
            <a:avLst/>
          </a:prstGeom>
          <a:noFill/>
          <a:ln w="28575" cap="flat" cmpd="sng">
            <a:solidFill>
              <a:schemeClr val="dk1"/>
            </a:solidFill>
            <a:prstDash val="solid"/>
            <a:miter lim="800000"/>
            <a:headEnd type="none" w="sm" len="sm"/>
            <a:tailEnd type="triangle" w="med" len="med"/>
          </a:ln>
        </p:spPr>
      </p:cxnSp>
      <p:sp>
        <p:nvSpPr>
          <p:cNvPr id="1002" name="Google Shape;1002;p167"/>
          <p:cNvSpPr/>
          <p:nvPr/>
        </p:nvSpPr>
        <p:spPr>
          <a:xfrm>
            <a:off x="6560798" y="438250"/>
            <a:ext cx="1293000" cy="288300"/>
          </a:xfrm>
          <a:prstGeom prst="roundRect">
            <a:avLst>
              <a:gd name="adj" fmla="val 16667"/>
            </a:avLst>
          </a:prstGeom>
          <a:solidFill>
            <a:schemeClr val="lt1"/>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1600">
                <a:solidFill>
                  <a:schemeClr val="dk1"/>
                </a:solidFill>
                <a:latin typeface="Roboto Light"/>
                <a:ea typeface="Roboto Light"/>
                <a:cs typeface="Roboto Light"/>
                <a:sym typeface="Roboto Light"/>
              </a:rPr>
              <a:t>Variable</a:t>
            </a:r>
            <a:endParaRPr sz="1600">
              <a:solidFill>
                <a:schemeClr val="dk1"/>
              </a:solidFill>
              <a:latin typeface="Roboto Light"/>
              <a:ea typeface="Roboto Light"/>
              <a:cs typeface="Roboto Light"/>
              <a:sym typeface="Roboto Light"/>
            </a:endParaRPr>
          </a:p>
        </p:txBody>
      </p:sp>
      <p:sp>
        <p:nvSpPr>
          <p:cNvPr id="1012" name="Google Shape;1012;p167"/>
          <p:cNvSpPr txBox="1"/>
          <p:nvPr/>
        </p:nvSpPr>
        <p:spPr>
          <a:xfrm>
            <a:off x="5474425" y="2597500"/>
            <a:ext cx="4605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latin typeface="Roboto Light"/>
                <a:ea typeface="Roboto Light"/>
                <a:cs typeface="Roboto Light"/>
                <a:sym typeface="Roboto Light"/>
              </a:rPr>
              <a:t>A</a:t>
            </a:r>
            <a:endParaRPr sz="2000">
              <a:latin typeface="Roboto Light"/>
              <a:ea typeface="Roboto Light"/>
              <a:cs typeface="Roboto Light"/>
              <a:sym typeface="Roboto Light"/>
            </a:endParaRPr>
          </a:p>
        </p:txBody>
      </p:sp>
      <p:sp>
        <p:nvSpPr>
          <p:cNvPr id="1013" name="Google Shape;1013;p167"/>
          <p:cNvSpPr txBox="1"/>
          <p:nvPr/>
        </p:nvSpPr>
        <p:spPr>
          <a:xfrm>
            <a:off x="6458625" y="2597500"/>
            <a:ext cx="4605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latin typeface="Roboto Light"/>
                <a:ea typeface="Roboto Light"/>
                <a:cs typeface="Roboto Light"/>
                <a:sym typeface="Roboto Light"/>
              </a:rPr>
              <a:t>B</a:t>
            </a:r>
            <a:endParaRPr sz="2000">
              <a:latin typeface="Roboto Light"/>
              <a:ea typeface="Roboto Light"/>
              <a:cs typeface="Roboto Light"/>
              <a:sym typeface="Roboto Light"/>
            </a:endParaRPr>
          </a:p>
        </p:txBody>
      </p:sp>
      <p:sp>
        <p:nvSpPr>
          <p:cNvPr id="1014" name="Google Shape;1014;p167"/>
          <p:cNvSpPr txBox="1"/>
          <p:nvPr/>
        </p:nvSpPr>
        <p:spPr>
          <a:xfrm>
            <a:off x="7442825" y="2597500"/>
            <a:ext cx="4605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latin typeface="Roboto Light"/>
                <a:ea typeface="Roboto Light"/>
                <a:cs typeface="Roboto Light"/>
                <a:sym typeface="Roboto Light"/>
              </a:rPr>
              <a:t>C</a:t>
            </a:r>
            <a:endParaRPr sz="2000">
              <a:latin typeface="Roboto Light"/>
              <a:ea typeface="Roboto Light"/>
              <a:cs typeface="Roboto Light"/>
              <a:sym typeface="Roboto Light"/>
            </a:endParaRPr>
          </a:p>
        </p:txBody>
      </p:sp>
      <p:sp>
        <p:nvSpPr>
          <p:cNvPr id="1015" name="Google Shape;1015;p167"/>
          <p:cNvSpPr txBox="1"/>
          <p:nvPr/>
        </p:nvSpPr>
        <p:spPr>
          <a:xfrm>
            <a:off x="8427025" y="2597500"/>
            <a:ext cx="4605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latin typeface="Roboto Light"/>
                <a:ea typeface="Roboto Light"/>
                <a:cs typeface="Roboto Light"/>
                <a:sym typeface="Roboto Light"/>
              </a:rPr>
              <a:t>D</a:t>
            </a:r>
            <a:endParaRPr sz="2000">
              <a:latin typeface="Roboto Light"/>
              <a:ea typeface="Roboto Light"/>
              <a:cs typeface="Roboto Light"/>
              <a:sym typeface="Roboto Light"/>
            </a:endParaRPr>
          </a:p>
        </p:txBody>
      </p:sp>
      <p:sp>
        <p:nvSpPr>
          <p:cNvPr id="1016" name="Google Shape;1016;p167"/>
          <p:cNvSpPr txBox="1"/>
          <p:nvPr/>
        </p:nvSpPr>
        <p:spPr>
          <a:xfrm>
            <a:off x="4611125" y="4375525"/>
            <a:ext cx="339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2"/>
                </a:solidFill>
                <a:latin typeface="Roboto"/>
                <a:ea typeface="Roboto"/>
                <a:cs typeface="Roboto"/>
                <a:sym typeface="Roboto"/>
              </a:rPr>
              <a:t>*</a:t>
            </a:r>
            <a:endParaRPr b="1">
              <a:solidFill>
                <a:schemeClr val="accent2"/>
              </a:solidFill>
              <a:latin typeface="Roboto"/>
              <a:ea typeface="Roboto"/>
              <a:cs typeface="Roboto"/>
              <a:sym typeface="Roboto"/>
            </a:endParaRPr>
          </a:p>
        </p:txBody>
      </p:sp>
      <p:sp>
        <p:nvSpPr>
          <p:cNvPr id="1017" name="Google Shape;1017;p167"/>
          <p:cNvSpPr txBox="1"/>
          <p:nvPr/>
        </p:nvSpPr>
        <p:spPr>
          <a:xfrm>
            <a:off x="4766700" y="3860350"/>
            <a:ext cx="339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2"/>
                </a:solidFill>
                <a:latin typeface="Roboto"/>
                <a:ea typeface="Roboto"/>
                <a:cs typeface="Roboto"/>
                <a:sym typeface="Roboto"/>
              </a:rPr>
              <a:t>*</a:t>
            </a:r>
            <a:endParaRPr b="1">
              <a:solidFill>
                <a:schemeClr val="accent2"/>
              </a:solidFill>
              <a:latin typeface="Roboto"/>
              <a:ea typeface="Roboto"/>
              <a:cs typeface="Roboto"/>
              <a:sym typeface="Roboto"/>
            </a:endParaRPr>
          </a:p>
        </p:txBody>
      </p:sp>
      <p:sp>
        <p:nvSpPr>
          <p:cNvPr id="1018" name="Google Shape;1018;p167"/>
          <p:cNvSpPr txBox="1"/>
          <p:nvPr/>
        </p:nvSpPr>
        <p:spPr>
          <a:xfrm>
            <a:off x="5451300" y="3259050"/>
            <a:ext cx="2014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2"/>
                </a:solidFill>
                <a:latin typeface="Roboto"/>
                <a:ea typeface="Roboto"/>
                <a:cs typeface="Roboto"/>
                <a:sym typeface="Roboto"/>
              </a:rPr>
              <a:t>*</a:t>
            </a:r>
            <a:r>
              <a:rPr lang="en">
                <a:solidFill>
                  <a:schemeClr val="accent2"/>
                </a:solidFill>
                <a:latin typeface="Roboto Light"/>
                <a:ea typeface="Roboto Light"/>
                <a:cs typeface="Roboto Light"/>
                <a:sym typeface="Roboto Light"/>
              </a:rPr>
              <a:t>see speaker notes</a:t>
            </a:r>
            <a:endParaRPr>
              <a:solidFill>
                <a:schemeClr val="accent2"/>
              </a:solidFill>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9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9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9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9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p168"/>
          <p:cNvSpPr txBox="1">
            <a:spLocks noGrp="1"/>
          </p:cNvSpPr>
          <p:nvPr>
            <p:ph type="body" idx="1"/>
          </p:nvPr>
        </p:nvSpPr>
        <p:spPr>
          <a:xfrm>
            <a:off x="4882900" y="448050"/>
            <a:ext cx="3950100" cy="4124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b="1">
                <a:latin typeface="Roboto"/>
                <a:ea typeface="Roboto"/>
                <a:cs typeface="Roboto"/>
                <a:sym typeface="Roboto"/>
              </a:rPr>
              <a:t>Structure </a:t>
            </a:r>
            <a:r>
              <a:rPr lang="en"/>
              <a:t>-- the “shape” of a data file</a:t>
            </a:r>
            <a:endParaRPr/>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Clr>
                <a:schemeClr val="dk1"/>
              </a:buClr>
              <a:buSzPts val="1100"/>
              <a:buFont typeface="Arial"/>
              <a:buNone/>
            </a:pPr>
            <a:r>
              <a:rPr lang="en" b="1">
                <a:latin typeface="Roboto"/>
                <a:ea typeface="Roboto"/>
                <a:cs typeface="Roboto"/>
                <a:sym typeface="Roboto"/>
              </a:rPr>
              <a:t>Granularity</a:t>
            </a:r>
            <a:r>
              <a:rPr lang="en"/>
              <a:t> -- how fine/coarse is each datum</a:t>
            </a:r>
            <a:endParaRPr/>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Clr>
                <a:schemeClr val="dk1"/>
              </a:buClr>
              <a:buSzPts val="1100"/>
              <a:buFont typeface="Arial"/>
              <a:buNone/>
            </a:pPr>
            <a:r>
              <a:rPr lang="en" b="1">
                <a:latin typeface="Roboto"/>
                <a:ea typeface="Roboto"/>
                <a:cs typeface="Roboto"/>
                <a:sym typeface="Roboto"/>
              </a:rPr>
              <a:t>Scope</a:t>
            </a:r>
            <a:r>
              <a:rPr lang="en"/>
              <a:t> -- how (in)complete is the data</a:t>
            </a:r>
            <a:endParaRPr/>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Clr>
                <a:schemeClr val="dk1"/>
              </a:buClr>
              <a:buSzPts val="1100"/>
              <a:buFont typeface="Arial"/>
              <a:buNone/>
            </a:pPr>
            <a:r>
              <a:rPr lang="en" b="1">
                <a:latin typeface="Roboto"/>
                <a:ea typeface="Roboto"/>
                <a:cs typeface="Roboto"/>
                <a:sym typeface="Roboto"/>
              </a:rPr>
              <a:t>Temporality</a:t>
            </a:r>
            <a:r>
              <a:rPr lang="en"/>
              <a:t> -- how is the data situated in time</a:t>
            </a:r>
            <a:endParaRPr/>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None/>
            </a:pPr>
            <a:r>
              <a:rPr lang="en" b="1">
                <a:latin typeface="Roboto"/>
                <a:ea typeface="Roboto"/>
                <a:cs typeface="Roboto"/>
                <a:sym typeface="Roboto"/>
              </a:rPr>
              <a:t>Faithfulness</a:t>
            </a:r>
            <a:r>
              <a:rPr lang="en"/>
              <a:t> -- how well does the data capture “reality”</a:t>
            </a:r>
            <a:endParaRPr/>
          </a:p>
        </p:txBody>
      </p:sp>
      <p:sp>
        <p:nvSpPr>
          <p:cNvPr id="1024" name="Google Shape;1024;p168"/>
          <p:cNvSpPr txBox="1"/>
          <p:nvPr/>
        </p:nvSpPr>
        <p:spPr>
          <a:xfrm>
            <a:off x="177925" y="2003300"/>
            <a:ext cx="4038000" cy="2037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600">
                <a:solidFill>
                  <a:srgbClr val="0B5394"/>
                </a:solidFill>
                <a:latin typeface="Roboto Medium"/>
                <a:ea typeface="Roboto Medium"/>
                <a:cs typeface="Roboto Medium"/>
                <a:sym typeface="Roboto Medium"/>
              </a:rPr>
              <a:t>Key Data Properties to Consider in EDA</a:t>
            </a:r>
            <a:endParaRPr sz="3600">
              <a:solidFill>
                <a:srgbClr val="0B5394"/>
              </a:solidFill>
              <a:latin typeface="Roboto Medium"/>
              <a:ea typeface="Roboto Medium"/>
              <a:cs typeface="Roboto Medium"/>
              <a:sym typeface="Roboto Medium"/>
            </a:endParaRPr>
          </a:p>
        </p:txBody>
      </p:sp>
      <p:sp>
        <p:nvSpPr>
          <p:cNvPr id="1025" name="Google Shape;1025;p168"/>
          <p:cNvSpPr txBox="1"/>
          <p:nvPr/>
        </p:nvSpPr>
        <p:spPr>
          <a:xfrm>
            <a:off x="2418600" y="487300"/>
            <a:ext cx="21534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endParaRPr>
              <a:latin typeface="Roboto Light"/>
              <a:ea typeface="Roboto Light"/>
              <a:cs typeface="Roboto Light"/>
              <a:sym typeface="Roboto Light"/>
            </a:endParaRPr>
          </a:p>
        </p:txBody>
      </p:sp>
      <p:sp>
        <p:nvSpPr>
          <p:cNvPr id="1026" name="Google Shape;1026;p168"/>
          <p:cNvSpPr/>
          <p:nvPr/>
        </p:nvSpPr>
        <p:spPr>
          <a:xfrm flipH="1">
            <a:off x="4005200" y="1040575"/>
            <a:ext cx="801300" cy="728700"/>
          </a:xfrm>
          <a:prstGeom prst="leftArrow">
            <a:avLst>
              <a:gd name="adj1" fmla="val 50000"/>
              <a:gd name="adj2"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p169"/>
          <p:cNvSpPr txBox="1">
            <a:spLocks noGrp="1"/>
          </p:cNvSpPr>
          <p:nvPr>
            <p:ph type="body" idx="1"/>
          </p:nvPr>
        </p:nvSpPr>
        <p:spPr>
          <a:xfrm>
            <a:off x="107050" y="402200"/>
            <a:ext cx="4681200" cy="4115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Primary key</a:t>
            </a:r>
            <a:r>
              <a:rPr lang="en"/>
              <a:t>: the column or set of columns in a table that </a:t>
            </a:r>
            <a:r>
              <a:rPr lang="en" i="1"/>
              <a:t>uniquely </a:t>
            </a:r>
            <a:r>
              <a:rPr lang="en"/>
              <a:t>determine the values in the remaining columns</a:t>
            </a:r>
            <a:endParaRPr/>
          </a:p>
          <a:p>
            <a:pPr marL="457200" lvl="0" indent="-330200" algn="l" rtl="0">
              <a:spcBef>
                <a:spcPts val="600"/>
              </a:spcBef>
              <a:spcAft>
                <a:spcPts val="0"/>
              </a:spcAft>
              <a:buSzPts val="1600"/>
              <a:buChar char="●"/>
            </a:pPr>
            <a:r>
              <a:rPr lang="en"/>
              <a:t>Primary keys are unique, but could be tuples.</a:t>
            </a:r>
            <a:endParaRPr/>
          </a:p>
          <a:p>
            <a:pPr marL="457200" lvl="0" indent="-330200" algn="l" rtl="0">
              <a:spcBef>
                <a:spcPts val="0"/>
              </a:spcBef>
              <a:spcAft>
                <a:spcPts val="0"/>
              </a:spcAft>
              <a:buSzPts val="1600"/>
              <a:buChar char="●"/>
            </a:pPr>
            <a:r>
              <a:rPr lang="en"/>
              <a:t>Examples: SSN, ProductIDs, …</a:t>
            </a:r>
            <a:endParaRPr/>
          </a:p>
          <a:p>
            <a:pPr marL="0" lvl="0" indent="0" algn="l" rtl="0">
              <a:spcBef>
                <a:spcPts val="600"/>
              </a:spcBef>
              <a:spcAft>
                <a:spcPts val="0"/>
              </a:spcAft>
              <a:buNone/>
            </a:pPr>
            <a:endParaRPr/>
          </a:p>
          <a:p>
            <a:pPr marL="0" lvl="0" indent="457200" algn="l" rtl="0">
              <a:spcBef>
                <a:spcPts val="600"/>
              </a:spcBef>
              <a:spcAft>
                <a:spcPts val="0"/>
              </a:spcAft>
              <a:buNone/>
            </a:pPr>
            <a:endParaRPr/>
          </a:p>
        </p:txBody>
      </p:sp>
      <p:sp>
        <p:nvSpPr>
          <p:cNvPr id="1032" name="Google Shape;1032;p169"/>
          <p:cNvSpPr txBox="1">
            <a:spLocks noGrp="1"/>
          </p:cNvSpPr>
          <p:nvPr>
            <p:ph type="title"/>
          </p:nvPr>
        </p:nvSpPr>
        <p:spPr>
          <a:xfrm>
            <a:off x="0" y="-21875"/>
            <a:ext cx="8520600" cy="393600"/>
          </a:xfrm>
          <a:prstGeom prst="rect">
            <a:avLst/>
          </a:prstGeom>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a:solidFill>
                  <a:schemeClr val="accent3"/>
                </a:solidFill>
              </a:rPr>
              <a:t>Primary Keys</a:t>
            </a:r>
            <a:endParaRPr/>
          </a:p>
        </p:txBody>
      </p:sp>
      <p:graphicFrame>
        <p:nvGraphicFramePr>
          <p:cNvPr id="1033" name="Google Shape;1033;p169"/>
          <p:cNvGraphicFramePr/>
          <p:nvPr/>
        </p:nvGraphicFramePr>
        <p:xfrm>
          <a:off x="5185050" y="1478075"/>
          <a:ext cx="3262725" cy="845880"/>
        </p:xfrm>
        <a:graphic>
          <a:graphicData uri="http://schemas.openxmlformats.org/drawingml/2006/table">
            <a:tbl>
              <a:tblPr firstRow="1" bandRow="1">
                <a:noFill/>
                <a:tableStyleId>{EB2BA31B-5C43-4621-91BF-7C935D640D6E}</a:tableStyleId>
              </a:tblPr>
              <a:tblGrid>
                <a:gridCol w="1087575">
                  <a:extLst>
                    <a:ext uri="{9D8B030D-6E8A-4147-A177-3AD203B41FA5}">
                      <a16:colId xmlns:a16="http://schemas.microsoft.com/office/drawing/2014/main" val="20000"/>
                    </a:ext>
                  </a:extLst>
                </a:gridCol>
                <a:gridCol w="1087575">
                  <a:extLst>
                    <a:ext uri="{9D8B030D-6E8A-4147-A177-3AD203B41FA5}">
                      <a16:colId xmlns:a16="http://schemas.microsoft.com/office/drawing/2014/main" val="20001"/>
                    </a:ext>
                  </a:extLst>
                </a:gridCol>
                <a:gridCol w="1087575">
                  <a:extLst>
                    <a:ext uri="{9D8B030D-6E8A-4147-A177-3AD203B41FA5}">
                      <a16:colId xmlns:a16="http://schemas.microsoft.com/office/drawing/2014/main" val="20002"/>
                    </a:ext>
                  </a:extLst>
                </a:gridCol>
              </a:tblGrid>
              <a:tr h="171450">
                <a:tc>
                  <a:txBody>
                    <a:bodyPr/>
                    <a:lstStyle/>
                    <a:p>
                      <a:pPr marL="0" marR="0" lvl="0" indent="0" algn="l" rtl="0">
                        <a:spcBef>
                          <a:spcPts val="0"/>
                        </a:spcBef>
                        <a:spcAft>
                          <a:spcPts val="0"/>
                        </a:spcAft>
                        <a:buNone/>
                      </a:pPr>
                      <a:r>
                        <a:rPr lang="en" sz="1400" u="sng">
                          <a:latin typeface="Roboto"/>
                          <a:ea typeface="Roboto"/>
                          <a:cs typeface="Roboto"/>
                          <a:sym typeface="Roboto"/>
                        </a:rPr>
                        <a:t>OrderNum</a:t>
                      </a:r>
                      <a:endParaRPr sz="1400" u="sng">
                        <a:latin typeface="Roboto"/>
                        <a:ea typeface="Roboto"/>
                        <a:cs typeface="Roboto"/>
                        <a:sym typeface="Roboto"/>
                      </a:endParaRPr>
                    </a:p>
                  </a:txBody>
                  <a:tcPr marL="68600" marR="68600" marT="34300" marB="34300">
                    <a:solidFill>
                      <a:schemeClr val="accent4"/>
                    </a:solidFill>
                  </a:tcPr>
                </a:tc>
                <a:tc>
                  <a:txBody>
                    <a:bodyPr/>
                    <a:lstStyle/>
                    <a:p>
                      <a:pPr marL="0" marR="0" lvl="0" indent="0" algn="l" rtl="0">
                        <a:spcBef>
                          <a:spcPts val="0"/>
                        </a:spcBef>
                        <a:spcAft>
                          <a:spcPts val="0"/>
                        </a:spcAft>
                        <a:buNone/>
                      </a:pPr>
                      <a:r>
                        <a:rPr lang="en" sz="1400" u="sng">
                          <a:latin typeface="Roboto"/>
                          <a:ea typeface="Roboto"/>
                          <a:cs typeface="Roboto"/>
                          <a:sym typeface="Roboto"/>
                        </a:rPr>
                        <a:t>CustID</a:t>
                      </a:r>
                      <a:endParaRPr sz="1400" u="sng">
                        <a:latin typeface="Roboto"/>
                        <a:ea typeface="Roboto"/>
                        <a:cs typeface="Roboto"/>
                        <a:sym typeface="Roboto"/>
                      </a:endParaRPr>
                    </a:p>
                  </a:txBody>
                  <a:tcPr marL="68600" marR="68600" marT="34300" marB="34300">
                    <a:solidFill>
                      <a:schemeClr val="accent4"/>
                    </a:solidFill>
                  </a:tcPr>
                </a:tc>
                <a:tc>
                  <a:txBody>
                    <a:bodyPr/>
                    <a:lstStyle/>
                    <a:p>
                      <a:pPr marL="0" marR="0" lvl="0" indent="0" algn="l" rtl="0">
                        <a:spcBef>
                          <a:spcPts val="0"/>
                        </a:spcBef>
                        <a:spcAft>
                          <a:spcPts val="0"/>
                        </a:spcAft>
                        <a:buNone/>
                      </a:pPr>
                      <a:r>
                        <a:rPr lang="en" sz="1400">
                          <a:latin typeface="Roboto"/>
                          <a:ea typeface="Roboto"/>
                          <a:cs typeface="Roboto"/>
                          <a:sym typeface="Roboto"/>
                        </a:rPr>
                        <a:t>Date</a:t>
                      </a:r>
                      <a:endParaRPr sz="1100">
                        <a:latin typeface="Roboto"/>
                        <a:ea typeface="Roboto"/>
                        <a:cs typeface="Roboto"/>
                        <a:sym typeface="Roboto"/>
                      </a:endParaRPr>
                    </a:p>
                  </a:txBody>
                  <a:tcPr marL="68600" marR="68600" marT="34300" marB="34300">
                    <a:solidFill>
                      <a:schemeClr val="accent4"/>
                    </a:solidFill>
                  </a:tcPr>
                </a:tc>
                <a:extLst>
                  <a:ext uri="{0D108BD9-81ED-4DB2-BD59-A6C34878D82A}">
                    <a16:rowId xmlns:a16="http://schemas.microsoft.com/office/drawing/2014/main" val="10000"/>
                  </a:ext>
                </a:extLst>
              </a:tr>
              <a:tr h="27815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1</a:t>
                      </a:r>
                      <a:endParaRPr sz="1100">
                        <a:latin typeface="Roboto Light"/>
                        <a:ea typeface="Roboto Light"/>
                        <a:cs typeface="Roboto Light"/>
                        <a:sym typeface="Roboto Light"/>
                      </a:endParaRPr>
                    </a:p>
                  </a:txBody>
                  <a:tcPr marL="68600" marR="68600" marT="34300" marB="34300">
                    <a:solidFill>
                      <a:srgbClr val="FFE599"/>
                    </a:solidFill>
                  </a:tcPr>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171345</a:t>
                      </a:r>
                      <a:endParaRPr sz="1100">
                        <a:latin typeface="Roboto Light"/>
                        <a:ea typeface="Roboto Light"/>
                        <a:cs typeface="Roboto Light"/>
                        <a:sym typeface="Roboto Light"/>
                      </a:endParaRPr>
                    </a:p>
                  </a:txBody>
                  <a:tcPr marL="68600" marR="68600" marT="34300" marB="34300">
                    <a:solidFill>
                      <a:srgbClr val="FFE599"/>
                    </a:solidFill>
                  </a:tcPr>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8/21/2017</a:t>
                      </a:r>
                      <a:endParaRPr sz="1100">
                        <a:latin typeface="Roboto Light"/>
                        <a:ea typeface="Roboto Light"/>
                        <a:cs typeface="Roboto Light"/>
                        <a:sym typeface="Roboto Light"/>
                      </a:endParaRPr>
                    </a:p>
                  </a:txBody>
                  <a:tcPr marL="68600" marR="68600" marT="34300" marB="34300">
                    <a:solidFill>
                      <a:srgbClr val="FFE599"/>
                    </a:solidFill>
                  </a:tcPr>
                </a:tc>
                <a:extLst>
                  <a:ext uri="{0D108BD9-81ED-4DB2-BD59-A6C34878D82A}">
                    <a16:rowId xmlns:a16="http://schemas.microsoft.com/office/drawing/2014/main" val="10001"/>
                  </a:ext>
                </a:extLst>
              </a:tr>
              <a:tr h="27815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2</a:t>
                      </a:r>
                      <a:endParaRPr sz="1100">
                        <a:latin typeface="Roboto Light"/>
                        <a:ea typeface="Roboto Light"/>
                        <a:cs typeface="Roboto Light"/>
                        <a:sym typeface="Roboto Light"/>
                      </a:endParaRPr>
                    </a:p>
                  </a:txBody>
                  <a:tcPr marL="68600" marR="68600" marT="34300" marB="34300">
                    <a:solidFill>
                      <a:srgbClr val="FFF2CC"/>
                    </a:solidFill>
                  </a:tcPr>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281139</a:t>
                      </a:r>
                      <a:endParaRPr sz="1100">
                        <a:latin typeface="Roboto Light"/>
                        <a:ea typeface="Roboto Light"/>
                        <a:cs typeface="Roboto Light"/>
                        <a:sym typeface="Roboto Light"/>
                      </a:endParaRPr>
                    </a:p>
                  </a:txBody>
                  <a:tcPr marL="68600" marR="68600" marT="34300" marB="34300">
                    <a:solidFill>
                      <a:srgbClr val="FFF2CC"/>
                    </a:solidFill>
                  </a:tcPr>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8/30/2017</a:t>
                      </a:r>
                      <a:endParaRPr sz="1100">
                        <a:latin typeface="Roboto Light"/>
                        <a:ea typeface="Roboto Light"/>
                        <a:cs typeface="Roboto Light"/>
                        <a:sym typeface="Roboto Light"/>
                      </a:endParaRPr>
                    </a:p>
                  </a:txBody>
                  <a:tcPr marL="68600" marR="68600" marT="34300" marB="34300">
                    <a:solidFill>
                      <a:srgbClr val="FFF2CC"/>
                    </a:solidFill>
                  </a:tcPr>
                </a:tc>
                <a:extLst>
                  <a:ext uri="{0D108BD9-81ED-4DB2-BD59-A6C34878D82A}">
                    <a16:rowId xmlns:a16="http://schemas.microsoft.com/office/drawing/2014/main" val="10002"/>
                  </a:ext>
                </a:extLst>
              </a:tr>
            </a:tbl>
          </a:graphicData>
        </a:graphic>
      </p:graphicFrame>
      <p:graphicFrame>
        <p:nvGraphicFramePr>
          <p:cNvPr id="1034" name="Google Shape;1034;p169"/>
          <p:cNvGraphicFramePr/>
          <p:nvPr/>
        </p:nvGraphicFramePr>
        <p:xfrm>
          <a:off x="6563794" y="2794203"/>
          <a:ext cx="1884000" cy="845880"/>
        </p:xfrm>
        <a:graphic>
          <a:graphicData uri="http://schemas.openxmlformats.org/drawingml/2006/table">
            <a:tbl>
              <a:tblPr firstRow="1" bandRow="1">
                <a:noFill/>
                <a:tableStyleId>{6186E53E-2147-467E-89F3-FA14EC4E1221}</a:tableStyleId>
              </a:tblPr>
              <a:tblGrid>
                <a:gridCol w="942000">
                  <a:extLst>
                    <a:ext uri="{9D8B030D-6E8A-4147-A177-3AD203B41FA5}">
                      <a16:colId xmlns:a16="http://schemas.microsoft.com/office/drawing/2014/main" val="20000"/>
                    </a:ext>
                  </a:extLst>
                </a:gridCol>
                <a:gridCol w="942000">
                  <a:extLst>
                    <a:ext uri="{9D8B030D-6E8A-4147-A177-3AD203B41FA5}">
                      <a16:colId xmlns:a16="http://schemas.microsoft.com/office/drawing/2014/main" val="20001"/>
                    </a:ext>
                  </a:extLst>
                </a:gridCol>
              </a:tblGrid>
              <a:tr h="278150">
                <a:tc>
                  <a:txBody>
                    <a:bodyPr/>
                    <a:lstStyle/>
                    <a:p>
                      <a:pPr marL="0" marR="0" lvl="0" indent="0" algn="l" rtl="0">
                        <a:spcBef>
                          <a:spcPts val="0"/>
                        </a:spcBef>
                        <a:spcAft>
                          <a:spcPts val="0"/>
                        </a:spcAft>
                        <a:buNone/>
                      </a:pPr>
                      <a:r>
                        <a:rPr lang="en" sz="1400" u="sng">
                          <a:latin typeface="Roboto"/>
                          <a:ea typeface="Roboto"/>
                          <a:cs typeface="Roboto"/>
                          <a:sym typeface="Roboto"/>
                        </a:rPr>
                        <a:t>ProdID</a:t>
                      </a:r>
                      <a:endParaRPr sz="1400" u="sng">
                        <a:latin typeface="Roboto"/>
                        <a:ea typeface="Roboto"/>
                        <a:cs typeface="Roboto"/>
                        <a:sym typeface="Roboto"/>
                      </a:endParaRPr>
                    </a:p>
                  </a:txBody>
                  <a:tcPr marL="68600" marR="68600" marT="34300" marB="34300">
                    <a:solidFill>
                      <a:schemeClr val="accent3"/>
                    </a:solidFill>
                  </a:tcPr>
                </a:tc>
                <a:tc>
                  <a:txBody>
                    <a:bodyPr/>
                    <a:lstStyle/>
                    <a:p>
                      <a:pPr marL="0" marR="0" lvl="0" indent="0" algn="l" rtl="0">
                        <a:spcBef>
                          <a:spcPts val="0"/>
                        </a:spcBef>
                        <a:spcAft>
                          <a:spcPts val="0"/>
                        </a:spcAft>
                        <a:buNone/>
                      </a:pPr>
                      <a:r>
                        <a:rPr lang="en" sz="1400" u="none">
                          <a:latin typeface="Roboto"/>
                          <a:ea typeface="Roboto"/>
                          <a:cs typeface="Roboto"/>
                          <a:sym typeface="Roboto"/>
                        </a:rPr>
                        <a:t>Cost</a:t>
                      </a:r>
                      <a:endParaRPr sz="1100">
                        <a:latin typeface="Roboto"/>
                        <a:ea typeface="Roboto"/>
                        <a:cs typeface="Roboto"/>
                        <a:sym typeface="Roboto"/>
                      </a:endParaRPr>
                    </a:p>
                  </a:txBody>
                  <a:tcPr marL="68600" marR="68600" marT="34300" marB="34300">
                    <a:solidFill>
                      <a:schemeClr val="accent3"/>
                    </a:solidFill>
                  </a:tcPr>
                </a:tc>
                <a:extLst>
                  <a:ext uri="{0D108BD9-81ED-4DB2-BD59-A6C34878D82A}">
                    <a16:rowId xmlns:a16="http://schemas.microsoft.com/office/drawing/2014/main" val="10000"/>
                  </a:ext>
                </a:extLst>
              </a:tr>
              <a:tr h="27815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42</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3.14</a:t>
                      </a:r>
                      <a:endParaRPr sz="1100">
                        <a:latin typeface="Roboto Light"/>
                        <a:ea typeface="Roboto Light"/>
                        <a:cs typeface="Roboto Light"/>
                        <a:sym typeface="Roboto Light"/>
                      </a:endParaRPr>
                    </a:p>
                  </a:txBody>
                  <a:tcPr marL="68600" marR="68600" marT="34300" marB="34300"/>
                </a:tc>
                <a:extLst>
                  <a:ext uri="{0D108BD9-81ED-4DB2-BD59-A6C34878D82A}">
                    <a16:rowId xmlns:a16="http://schemas.microsoft.com/office/drawing/2014/main" val="10001"/>
                  </a:ext>
                </a:extLst>
              </a:tr>
              <a:tr h="27815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999</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2.72</a:t>
                      </a:r>
                      <a:endParaRPr sz="1100">
                        <a:latin typeface="Roboto Light"/>
                        <a:ea typeface="Roboto Light"/>
                        <a:cs typeface="Roboto Light"/>
                        <a:sym typeface="Roboto Light"/>
                      </a:endParaRPr>
                    </a:p>
                  </a:txBody>
                  <a:tcPr marL="68600" marR="68600" marT="34300" marB="34300"/>
                </a:tc>
                <a:extLst>
                  <a:ext uri="{0D108BD9-81ED-4DB2-BD59-A6C34878D82A}">
                    <a16:rowId xmlns:a16="http://schemas.microsoft.com/office/drawing/2014/main" val="10002"/>
                  </a:ext>
                </a:extLst>
              </a:tr>
            </a:tbl>
          </a:graphicData>
        </a:graphic>
      </p:graphicFrame>
      <p:sp>
        <p:nvSpPr>
          <p:cNvPr id="1035" name="Google Shape;1035;p169"/>
          <p:cNvSpPr txBox="1"/>
          <p:nvPr/>
        </p:nvSpPr>
        <p:spPr>
          <a:xfrm>
            <a:off x="7105825" y="2539550"/>
            <a:ext cx="1341900" cy="276900"/>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r>
              <a:rPr lang="en" sz="1400">
                <a:solidFill>
                  <a:schemeClr val="dk1"/>
                </a:solidFill>
                <a:latin typeface="Roboto Light"/>
                <a:ea typeface="Roboto Light"/>
                <a:cs typeface="Roboto Light"/>
                <a:sym typeface="Roboto Light"/>
              </a:rPr>
              <a:t>Products.csv</a:t>
            </a:r>
            <a:endParaRPr sz="1400">
              <a:solidFill>
                <a:schemeClr val="dk1"/>
              </a:solidFill>
              <a:latin typeface="Roboto Light"/>
              <a:ea typeface="Roboto Light"/>
              <a:cs typeface="Roboto Light"/>
              <a:sym typeface="Roboto Light"/>
            </a:endParaRPr>
          </a:p>
        </p:txBody>
      </p:sp>
      <p:sp>
        <p:nvSpPr>
          <p:cNvPr id="1036" name="Google Shape;1036;p169"/>
          <p:cNvSpPr txBox="1"/>
          <p:nvPr/>
        </p:nvSpPr>
        <p:spPr>
          <a:xfrm>
            <a:off x="7317574" y="1223425"/>
            <a:ext cx="1130100" cy="276900"/>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r>
              <a:rPr lang="en" sz="1400">
                <a:solidFill>
                  <a:schemeClr val="dk1"/>
                </a:solidFill>
                <a:latin typeface="Roboto Light"/>
                <a:ea typeface="Roboto Light"/>
                <a:cs typeface="Roboto Light"/>
                <a:sym typeface="Roboto Light"/>
              </a:rPr>
              <a:t>Orders.csv</a:t>
            </a:r>
            <a:endParaRPr sz="1400">
              <a:solidFill>
                <a:schemeClr val="dk1"/>
              </a:solidFill>
              <a:latin typeface="Roboto Light"/>
              <a:ea typeface="Roboto Light"/>
              <a:cs typeface="Roboto Light"/>
              <a:sym typeface="Roboto Light"/>
            </a:endParaRPr>
          </a:p>
        </p:txBody>
      </p:sp>
      <p:graphicFrame>
        <p:nvGraphicFramePr>
          <p:cNvPr id="1037" name="Google Shape;1037;p169"/>
          <p:cNvGraphicFramePr/>
          <p:nvPr/>
        </p:nvGraphicFramePr>
        <p:xfrm>
          <a:off x="6563794" y="380344"/>
          <a:ext cx="1884000" cy="845880"/>
        </p:xfrm>
        <a:graphic>
          <a:graphicData uri="http://schemas.openxmlformats.org/drawingml/2006/table">
            <a:tbl>
              <a:tblPr firstRow="1" bandRow="1">
                <a:noFill/>
                <a:tableStyleId>{6186E53E-2147-467E-89F3-FA14EC4E1221}</a:tableStyleId>
              </a:tblPr>
              <a:tblGrid>
                <a:gridCol w="942000">
                  <a:extLst>
                    <a:ext uri="{9D8B030D-6E8A-4147-A177-3AD203B41FA5}">
                      <a16:colId xmlns:a16="http://schemas.microsoft.com/office/drawing/2014/main" val="20000"/>
                    </a:ext>
                  </a:extLst>
                </a:gridCol>
                <a:gridCol w="942000">
                  <a:extLst>
                    <a:ext uri="{9D8B030D-6E8A-4147-A177-3AD203B41FA5}">
                      <a16:colId xmlns:a16="http://schemas.microsoft.com/office/drawing/2014/main" val="20001"/>
                    </a:ext>
                  </a:extLst>
                </a:gridCol>
              </a:tblGrid>
              <a:tr h="278150">
                <a:tc>
                  <a:txBody>
                    <a:bodyPr/>
                    <a:lstStyle/>
                    <a:p>
                      <a:pPr marL="0" marR="0" lvl="0" indent="0" algn="l" rtl="0">
                        <a:spcBef>
                          <a:spcPts val="0"/>
                        </a:spcBef>
                        <a:spcAft>
                          <a:spcPts val="0"/>
                        </a:spcAft>
                        <a:buNone/>
                      </a:pPr>
                      <a:r>
                        <a:rPr lang="en" sz="1400" u="sng">
                          <a:latin typeface="Roboto"/>
                          <a:ea typeface="Roboto"/>
                          <a:cs typeface="Roboto"/>
                          <a:sym typeface="Roboto"/>
                        </a:rPr>
                        <a:t>CustID</a:t>
                      </a:r>
                      <a:endParaRPr sz="1400" u="sng">
                        <a:latin typeface="Roboto"/>
                        <a:ea typeface="Roboto"/>
                        <a:cs typeface="Roboto"/>
                        <a:sym typeface="Roboto"/>
                      </a:endParaRPr>
                    </a:p>
                  </a:txBody>
                  <a:tcPr marL="68600" marR="68600" marT="34300" marB="34300">
                    <a:solidFill>
                      <a:schemeClr val="accent3"/>
                    </a:solidFill>
                  </a:tcPr>
                </a:tc>
                <a:tc>
                  <a:txBody>
                    <a:bodyPr/>
                    <a:lstStyle/>
                    <a:p>
                      <a:pPr marL="0" marR="0" lvl="0" indent="0" algn="l" rtl="0">
                        <a:spcBef>
                          <a:spcPts val="0"/>
                        </a:spcBef>
                        <a:spcAft>
                          <a:spcPts val="0"/>
                        </a:spcAft>
                        <a:buNone/>
                      </a:pPr>
                      <a:r>
                        <a:rPr lang="en" sz="1400" u="none">
                          <a:latin typeface="Roboto"/>
                          <a:ea typeface="Roboto"/>
                          <a:cs typeface="Roboto"/>
                          <a:sym typeface="Roboto"/>
                        </a:rPr>
                        <a:t>Addr</a:t>
                      </a:r>
                      <a:endParaRPr sz="1400" u="none">
                        <a:latin typeface="Roboto"/>
                        <a:ea typeface="Roboto"/>
                        <a:cs typeface="Roboto"/>
                        <a:sym typeface="Roboto"/>
                      </a:endParaRPr>
                    </a:p>
                  </a:txBody>
                  <a:tcPr marL="68600" marR="68600" marT="34300" marB="34300">
                    <a:solidFill>
                      <a:schemeClr val="accent3"/>
                    </a:solidFill>
                  </a:tcPr>
                </a:tc>
                <a:extLst>
                  <a:ext uri="{0D108BD9-81ED-4DB2-BD59-A6C34878D82A}">
                    <a16:rowId xmlns:a16="http://schemas.microsoft.com/office/drawing/2014/main" val="10000"/>
                  </a:ext>
                </a:extLst>
              </a:tr>
              <a:tr h="27815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171345</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Harmon.. </a:t>
                      </a:r>
                      <a:endParaRPr sz="1100">
                        <a:latin typeface="Roboto Light"/>
                        <a:ea typeface="Roboto Light"/>
                        <a:cs typeface="Roboto Light"/>
                        <a:sym typeface="Roboto Light"/>
                      </a:endParaRPr>
                    </a:p>
                  </a:txBody>
                  <a:tcPr marL="68600" marR="68600" marT="34300" marB="34300"/>
                </a:tc>
                <a:extLst>
                  <a:ext uri="{0D108BD9-81ED-4DB2-BD59-A6C34878D82A}">
                    <a16:rowId xmlns:a16="http://schemas.microsoft.com/office/drawing/2014/main" val="10001"/>
                  </a:ext>
                </a:extLst>
              </a:tr>
              <a:tr h="27815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281139</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Main ..</a:t>
                      </a:r>
                      <a:endParaRPr sz="1100">
                        <a:latin typeface="Roboto Light"/>
                        <a:ea typeface="Roboto Light"/>
                        <a:cs typeface="Roboto Light"/>
                        <a:sym typeface="Roboto Light"/>
                      </a:endParaRPr>
                    </a:p>
                  </a:txBody>
                  <a:tcPr marL="68600" marR="68600" marT="34300" marB="34300"/>
                </a:tc>
                <a:extLst>
                  <a:ext uri="{0D108BD9-81ED-4DB2-BD59-A6C34878D82A}">
                    <a16:rowId xmlns:a16="http://schemas.microsoft.com/office/drawing/2014/main" val="10002"/>
                  </a:ext>
                </a:extLst>
              </a:tr>
            </a:tbl>
          </a:graphicData>
        </a:graphic>
      </p:graphicFrame>
      <p:sp>
        <p:nvSpPr>
          <p:cNvPr id="1038" name="Google Shape;1038;p169"/>
          <p:cNvSpPr txBox="1"/>
          <p:nvPr/>
        </p:nvSpPr>
        <p:spPr>
          <a:xfrm>
            <a:off x="6996850" y="125700"/>
            <a:ext cx="1451100" cy="276900"/>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r>
              <a:rPr lang="en" sz="1400">
                <a:solidFill>
                  <a:schemeClr val="dk1"/>
                </a:solidFill>
                <a:latin typeface="Roboto Light"/>
                <a:ea typeface="Roboto Light"/>
                <a:cs typeface="Roboto Light"/>
                <a:sym typeface="Roboto Light"/>
              </a:rPr>
              <a:t>Customers.csv</a:t>
            </a:r>
            <a:endParaRPr sz="1400">
              <a:solidFill>
                <a:schemeClr val="dk1"/>
              </a:solidFill>
              <a:latin typeface="Roboto Light"/>
              <a:ea typeface="Roboto Light"/>
              <a:cs typeface="Roboto Light"/>
              <a:sym typeface="Roboto Light"/>
            </a:endParaRPr>
          </a:p>
        </p:txBody>
      </p:sp>
      <p:grpSp>
        <p:nvGrpSpPr>
          <p:cNvPr id="1039" name="Google Shape;1039;p169"/>
          <p:cNvGrpSpPr/>
          <p:nvPr/>
        </p:nvGrpSpPr>
        <p:grpSpPr>
          <a:xfrm>
            <a:off x="5142871" y="139595"/>
            <a:ext cx="1444950" cy="393188"/>
            <a:chOff x="7873161" y="4961326"/>
            <a:chExt cx="1926600" cy="524250"/>
          </a:xfrm>
        </p:grpSpPr>
        <p:sp>
          <p:nvSpPr>
            <p:cNvPr id="1040" name="Google Shape;1040;p169"/>
            <p:cNvSpPr txBox="1"/>
            <p:nvPr/>
          </p:nvSpPr>
          <p:spPr>
            <a:xfrm>
              <a:off x="7873161" y="4961326"/>
              <a:ext cx="1476600" cy="3693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a:solidFill>
                    <a:srgbClr val="FF0000"/>
                  </a:solidFill>
                  <a:latin typeface="Roboto Light"/>
                  <a:ea typeface="Roboto Light"/>
                  <a:cs typeface="Roboto Light"/>
                  <a:sym typeface="Roboto Light"/>
                </a:rPr>
                <a:t>Primary Key</a:t>
              </a:r>
              <a:endParaRPr sz="1000">
                <a:solidFill>
                  <a:srgbClr val="FF0000"/>
                </a:solidFill>
                <a:latin typeface="Roboto Light"/>
                <a:ea typeface="Roboto Light"/>
                <a:cs typeface="Roboto Light"/>
                <a:sym typeface="Roboto Light"/>
              </a:endParaRPr>
            </a:p>
          </p:txBody>
        </p:sp>
        <p:cxnSp>
          <p:nvCxnSpPr>
            <p:cNvPr id="1041" name="Google Shape;1041;p169"/>
            <p:cNvCxnSpPr>
              <a:stCxn id="1040" idx="3"/>
            </p:cNvCxnSpPr>
            <p:nvPr/>
          </p:nvCxnSpPr>
          <p:spPr>
            <a:xfrm>
              <a:off x="9349761" y="5145976"/>
              <a:ext cx="450000" cy="339600"/>
            </a:xfrm>
            <a:prstGeom prst="straightConnector1">
              <a:avLst/>
            </a:prstGeom>
            <a:noFill/>
            <a:ln w="19050" cap="flat" cmpd="sng">
              <a:solidFill>
                <a:srgbClr val="FF0000"/>
              </a:solidFill>
              <a:prstDash val="solid"/>
              <a:miter lim="800000"/>
              <a:headEnd type="none" w="sm" len="sm"/>
              <a:tailEnd type="triangle" w="med" len="med"/>
            </a:ln>
          </p:spPr>
        </p:cxnSp>
      </p:grpSp>
      <p:graphicFrame>
        <p:nvGraphicFramePr>
          <p:cNvPr id="1042" name="Google Shape;1042;p169"/>
          <p:cNvGraphicFramePr/>
          <p:nvPr/>
        </p:nvGraphicFramePr>
        <p:xfrm>
          <a:off x="5057113" y="3838688"/>
          <a:ext cx="3390675" cy="1127840"/>
        </p:xfrm>
        <a:graphic>
          <a:graphicData uri="http://schemas.openxmlformats.org/drawingml/2006/table">
            <a:tbl>
              <a:tblPr firstRow="1" bandRow="1">
                <a:noFill/>
                <a:tableStyleId>{6186E53E-2147-467E-89F3-FA14EC4E1221}</a:tableStyleId>
              </a:tblPr>
              <a:tblGrid>
                <a:gridCol w="1130225">
                  <a:extLst>
                    <a:ext uri="{9D8B030D-6E8A-4147-A177-3AD203B41FA5}">
                      <a16:colId xmlns:a16="http://schemas.microsoft.com/office/drawing/2014/main" val="20000"/>
                    </a:ext>
                  </a:extLst>
                </a:gridCol>
                <a:gridCol w="1130225">
                  <a:extLst>
                    <a:ext uri="{9D8B030D-6E8A-4147-A177-3AD203B41FA5}">
                      <a16:colId xmlns:a16="http://schemas.microsoft.com/office/drawing/2014/main" val="20001"/>
                    </a:ext>
                  </a:extLst>
                </a:gridCol>
                <a:gridCol w="1130225">
                  <a:extLst>
                    <a:ext uri="{9D8B030D-6E8A-4147-A177-3AD203B41FA5}">
                      <a16:colId xmlns:a16="http://schemas.microsoft.com/office/drawing/2014/main" val="20002"/>
                    </a:ext>
                  </a:extLst>
                </a:gridCol>
              </a:tblGrid>
              <a:tr h="278150">
                <a:tc>
                  <a:txBody>
                    <a:bodyPr/>
                    <a:lstStyle/>
                    <a:p>
                      <a:pPr marL="0" marR="0" lvl="0" indent="0" algn="l" rtl="0">
                        <a:spcBef>
                          <a:spcPts val="0"/>
                        </a:spcBef>
                        <a:spcAft>
                          <a:spcPts val="0"/>
                        </a:spcAft>
                        <a:buNone/>
                      </a:pPr>
                      <a:r>
                        <a:rPr lang="en" sz="1400" u="sng"/>
                        <a:t>OrderNum</a:t>
                      </a:r>
                      <a:endParaRPr sz="1400" u="sng"/>
                    </a:p>
                  </a:txBody>
                  <a:tcPr marL="68600" marR="68600" marT="34300" marB="34300">
                    <a:solidFill>
                      <a:schemeClr val="accent3"/>
                    </a:solidFill>
                  </a:tcPr>
                </a:tc>
                <a:tc>
                  <a:txBody>
                    <a:bodyPr/>
                    <a:lstStyle/>
                    <a:p>
                      <a:pPr marL="0" marR="0" lvl="0" indent="0" algn="l" rtl="0">
                        <a:spcBef>
                          <a:spcPts val="0"/>
                        </a:spcBef>
                        <a:spcAft>
                          <a:spcPts val="0"/>
                        </a:spcAft>
                        <a:buNone/>
                      </a:pPr>
                      <a:r>
                        <a:rPr lang="en" sz="1400" u="sng">
                          <a:latin typeface="Roboto"/>
                          <a:ea typeface="Roboto"/>
                          <a:cs typeface="Roboto"/>
                          <a:sym typeface="Roboto"/>
                        </a:rPr>
                        <a:t>ProdID</a:t>
                      </a:r>
                      <a:endParaRPr sz="1400" u="sng">
                        <a:latin typeface="Roboto"/>
                        <a:ea typeface="Roboto"/>
                        <a:cs typeface="Roboto"/>
                        <a:sym typeface="Roboto"/>
                      </a:endParaRPr>
                    </a:p>
                  </a:txBody>
                  <a:tcPr marL="68600" marR="68600" marT="34300" marB="34300">
                    <a:solidFill>
                      <a:schemeClr val="accent3"/>
                    </a:solidFill>
                  </a:tcPr>
                </a:tc>
                <a:tc>
                  <a:txBody>
                    <a:bodyPr/>
                    <a:lstStyle/>
                    <a:p>
                      <a:pPr marL="0" marR="0" lvl="0" indent="0" algn="l" rtl="0">
                        <a:spcBef>
                          <a:spcPts val="0"/>
                        </a:spcBef>
                        <a:spcAft>
                          <a:spcPts val="0"/>
                        </a:spcAft>
                        <a:buNone/>
                      </a:pPr>
                      <a:r>
                        <a:rPr lang="en" sz="1400">
                          <a:latin typeface="Roboto"/>
                          <a:ea typeface="Roboto"/>
                          <a:cs typeface="Roboto"/>
                          <a:sym typeface="Roboto"/>
                        </a:rPr>
                        <a:t>Quantity</a:t>
                      </a:r>
                      <a:endParaRPr sz="1100">
                        <a:latin typeface="Roboto"/>
                        <a:ea typeface="Roboto"/>
                        <a:cs typeface="Roboto"/>
                        <a:sym typeface="Roboto"/>
                      </a:endParaRPr>
                    </a:p>
                  </a:txBody>
                  <a:tcPr marL="68600" marR="68600" marT="34300" marB="34300">
                    <a:solidFill>
                      <a:schemeClr val="accent3"/>
                    </a:solidFill>
                  </a:tcPr>
                </a:tc>
                <a:extLst>
                  <a:ext uri="{0D108BD9-81ED-4DB2-BD59-A6C34878D82A}">
                    <a16:rowId xmlns:a16="http://schemas.microsoft.com/office/drawing/2014/main" val="10000"/>
                  </a:ext>
                </a:extLst>
              </a:tr>
              <a:tr h="27815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1</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42</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3</a:t>
                      </a:r>
                      <a:endParaRPr sz="1100">
                        <a:latin typeface="Roboto Light"/>
                        <a:ea typeface="Roboto Light"/>
                        <a:cs typeface="Roboto Light"/>
                        <a:sym typeface="Roboto Light"/>
                      </a:endParaRPr>
                    </a:p>
                  </a:txBody>
                  <a:tcPr marL="68600" marR="68600" marT="34300" marB="34300"/>
                </a:tc>
                <a:extLst>
                  <a:ext uri="{0D108BD9-81ED-4DB2-BD59-A6C34878D82A}">
                    <a16:rowId xmlns:a16="http://schemas.microsoft.com/office/drawing/2014/main" val="10001"/>
                  </a:ext>
                </a:extLst>
              </a:tr>
              <a:tr h="27815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1</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999</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2</a:t>
                      </a:r>
                      <a:endParaRPr sz="1100">
                        <a:latin typeface="Roboto Light"/>
                        <a:ea typeface="Roboto Light"/>
                        <a:cs typeface="Roboto Light"/>
                        <a:sym typeface="Roboto Light"/>
                      </a:endParaRPr>
                    </a:p>
                  </a:txBody>
                  <a:tcPr marL="68600" marR="68600" marT="34300" marB="34300"/>
                </a:tc>
                <a:extLst>
                  <a:ext uri="{0D108BD9-81ED-4DB2-BD59-A6C34878D82A}">
                    <a16:rowId xmlns:a16="http://schemas.microsoft.com/office/drawing/2014/main" val="10002"/>
                  </a:ext>
                </a:extLst>
              </a:tr>
              <a:tr h="27060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2</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42</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1</a:t>
                      </a:r>
                      <a:endParaRPr sz="1100">
                        <a:latin typeface="Roboto Light"/>
                        <a:ea typeface="Roboto Light"/>
                        <a:cs typeface="Roboto Light"/>
                        <a:sym typeface="Roboto Light"/>
                      </a:endParaRPr>
                    </a:p>
                  </a:txBody>
                  <a:tcPr marL="68600" marR="68600" marT="34300" marB="34300"/>
                </a:tc>
                <a:extLst>
                  <a:ext uri="{0D108BD9-81ED-4DB2-BD59-A6C34878D82A}">
                    <a16:rowId xmlns:a16="http://schemas.microsoft.com/office/drawing/2014/main" val="10003"/>
                  </a:ext>
                </a:extLst>
              </a:tr>
            </a:tbl>
          </a:graphicData>
        </a:graphic>
      </p:graphicFrame>
      <p:grpSp>
        <p:nvGrpSpPr>
          <p:cNvPr id="1043" name="Google Shape;1043;p169"/>
          <p:cNvGrpSpPr/>
          <p:nvPr/>
        </p:nvGrpSpPr>
        <p:grpSpPr>
          <a:xfrm>
            <a:off x="3466471" y="3644795"/>
            <a:ext cx="3455854" cy="471980"/>
            <a:chOff x="3466471" y="139595"/>
            <a:chExt cx="3455854" cy="471980"/>
          </a:xfrm>
        </p:grpSpPr>
        <p:grpSp>
          <p:nvGrpSpPr>
            <p:cNvPr id="1044" name="Google Shape;1044;p169"/>
            <p:cNvGrpSpPr/>
            <p:nvPr/>
          </p:nvGrpSpPr>
          <p:grpSpPr>
            <a:xfrm>
              <a:off x="3466471" y="139595"/>
              <a:ext cx="1608750" cy="276975"/>
              <a:chOff x="8076361" y="4961326"/>
              <a:chExt cx="2145000" cy="369300"/>
            </a:xfrm>
          </p:grpSpPr>
          <p:sp>
            <p:nvSpPr>
              <p:cNvPr id="1045" name="Google Shape;1045;p169"/>
              <p:cNvSpPr txBox="1"/>
              <p:nvPr/>
            </p:nvSpPr>
            <p:spPr>
              <a:xfrm>
                <a:off x="8076361" y="4961326"/>
                <a:ext cx="1476600" cy="3693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a:solidFill>
                      <a:srgbClr val="FF0000"/>
                    </a:solidFill>
                    <a:latin typeface="Roboto Light"/>
                    <a:ea typeface="Roboto Light"/>
                    <a:cs typeface="Roboto Light"/>
                    <a:sym typeface="Roboto Light"/>
                  </a:rPr>
                  <a:t>Primary Key</a:t>
                </a:r>
                <a:endParaRPr sz="1000">
                  <a:solidFill>
                    <a:srgbClr val="FF0000"/>
                  </a:solidFill>
                  <a:latin typeface="Roboto Light"/>
                  <a:ea typeface="Roboto Light"/>
                  <a:cs typeface="Roboto Light"/>
                  <a:sym typeface="Roboto Light"/>
                </a:endParaRPr>
              </a:p>
            </p:txBody>
          </p:sp>
          <p:cxnSp>
            <p:nvCxnSpPr>
              <p:cNvPr id="1046" name="Google Shape;1046;p169"/>
              <p:cNvCxnSpPr>
                <a:stCxn id="1045" idx="3"/>
              </p:cNvCxnSpPr>
              <p:nvPr/>
            </p:nvCxnSpPr>
            <p:spPr>
              <a:xfrm>
                <a:off x="9552961" y="5145976"/>
                <a:ext cx="668400" cy="180300"/>
              </a:xfrm>
              <a:prstGeom prst="straightConnector1">
                <a:avLst/>
              </a:prstGeom>
              <a:noFill/>
              <a:ln w="19050" cap="flat" cmpd="sng">
                <a:solidFill>
                  <a:srgbClr val="FF0000"/>
                </a:solidFill>
                <a:prstDash val="solid"/>
                <a:miter lim="800000"/>
                <a:headEnd type="none" w="sm" len="sm"/>
                <a:tailEnd type="triangle" w="med" len="med"/>
              </a:ln>
            </p:spPr>
          </p:cxnSp>
        </p:grpSp>
        <p:sp>
          <p:nvSpPr>
            <p:cNvPr id="1047" name="Google Shape;1047;p169"/>
            <p:cNvSpPr/>
            <p:nvPr/>
          </p:nvSpPr>
          <p:spPr>
            <a:xfrm>
              <a:off x="5038325" y="298075"/>
              <a:ext cx="1884000" cy="3135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8" name="Google Shape;1048;p169"/>
          <p:cNvSpPr txBox="1"/>
          <p:nvPr/>
        </p:nvSpPr>
        <p:spPr>
          <a:xfrm>
            <a:off x="6990726" y="3587750"/>
            <a:ext cx="1451100" cy="276900"/>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r>
              <a:rPr lang="en" sz="1400">
                <a:solidFill>
                  <a:schemeClr val="dk1"/>
                </a:solidFill>
                <a:latin typeface="Roboto Light"/>
                <a:ea typeface="Roboto Light"/>
                <a:cs typeface="Roboto Light"/>
                <a:sym typeface="Roboto Light"/>
              </a:rPr>
              <a:t>Purchases.csv</a:t>
            </a:r>
            <a:endParaRPr sz="1400">
              <a:solidFill>
                <a:schemeClr val="dk1"/>
              </a:solidFill>
              <a:latin typeface="Roboto Light"/>
              <a:ea typeface="Roboto Light"/>
              <a:cs typeface="Roboto Light"/>
              <a:sym typeface="Roboto Light"/>
            </a:endParaRPr>
          </a:p>
        </p:txBody>
      </p:sp>
      <p:grpSp>
        <p:nvGrpSpPr>
          <p:cNvPr id="1049" name="Google Shape;1049;p169"/>
          <p:cNvGrpSpPr/>
          <p:nvPr/>
        </p:nvGrpSpPr>
        <p:grpSpPr>
          <a:xfrm>
            <a:off x="5142871" y="1055220"/>
            <a:ext cx="1107450" cy="472275"/>
            <a:chOff x="7873161" y="4961326"/>
            <a:chExt cx="1476600" cy="629700"/>
          </a:xfrm>
        </p:grpSpPr>
        <p:sp>
          <p:nvSpPr>
            <p:cNvPr id="1050" name="Google Shape;1050;p169"/>
            <p:cNvSpPr txBox="1"/>
            <p:nvPr/>
          </p:nvSpPr>
          <p:spPr>
            <a:xfrm>
              <a:off x="7873161" y="4961326"/>
              <a:ext cx="1476600" cy="3693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a:solidFill>
                    <a:srgbClr val="FF0000"/>
                  </a:solidFill>
                  <a:latin typeface="Roboto Light"/>
                  <a:ea typeface="Roboto Light"/>
                  <a:cs typeface="Roboto Light"/>
                  <a:sym typeface="Roboto Light"/>
                </a:rPr>
                <a:t>Primary Key</a:t>
              </a:r>
              <a:endParaRPr sz="1000">
                <a:solidFill>
                  <a:srgbClr val="FF0000"/>
                </a:solidFill>
                <a:latin typeface="Roboto Light"/>
                <a:ea typeface="Roboto Light"/>
                <a:cs typeface="Roboto Light"/>
                <a:sym typeface="Roboto Light"/>
              </a:endParaRPr>
            </a:p>
          </p:txBody>
        </p:sp>
        <p:cxnSp>
          <p:nvCxnSpPr>
            <p:cNvPr id="1051" name="Google Shape;1051;p169"/>
            <p:cNvCxnSpPr>
              <a:stCxn id="1050" idx="2"/>
            </p:cNvCxnSpPr>
            <p:nvPr/>
          </p:nvCxnSpPr>
          <p:spPr>
            <a:xfrm>
              <a:off x="8611461" y="5330626"/>
              <a:ext cx="197100" cy="260400"/>
            </a:xfrm>
            <a:prstGeom prst="straightConnector1">
              <a:avLst/>
            </a:prstGeom>
            <a:noFill/>
            <a:ln w="19050" cap="flat" cmpd="sng">
              <a:solidFill>
                <a:srgbClr val="FF0000"/>
              </a:solidFill>
              <a:prstDash val="solid"/>
              <a:miter lim="800000"/>
              <a:headEnd type="none" w="sm" len="sm"/>
              <a:tailEnd type="triangle" w="med" len="med"/>
            </a:ln>
          </p:spPr>
        </p:cxn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170"/>
          <p:cNvSpPr txBox="1">
            <a:spLocks noGrp="1"/>
          </p:cNvSpPr>
          <p:nvPr>
            <p:ph type="body" idx="1"/>
          </p:nvPr>
        </p:nvSpPr>
        <p:spPr>
          <a:xfrm>
            <a:off x="107050" y="402200"/>
            <a:ext cx="4681200" cy="4115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Primary key</a:t>
            </a:r>
            <a:r>
              <a:rPr lang="en"/>
              <a:t>: the column or set of columns in a table that </a:t>
            </a:r>
            <a:r>
              <a:rPr lang="en" i="1"/>
              <a:t>uniquely </a:t>
            </a:r>
            <a:r>
              <a:rPr lang="en"/>
              <a:t>determine the values in the remaining columns</a:t>
            </a:r>
            <a:endParaRPr/>
          </a:p>
          <a:p>
            <a:pPr marL="457200" lvl="0" indent="-330200" algn="l" rtl="0">
              <a:spcBef>
                <a:spcPts val="600"/>
              </a:spcBef>
              <a:spcAft>
                <a:spcPts val="0"/>
              </a:spcAft>
              <a:buSzPts val="1600"/>
              <a:buChar char="●"/>
            </a:pPr>
            <a:r>
              <a:rPr lang="en"/>
              <a:t>Primary keys are unique, but could be tuples.</a:t>
            </a:r>
            <a:endParaRPr/>
          </a:p>
          <a:p>
            <a:pPr marL="457200" lvl="0" indent="-330200" algn="l" rtl="0">
              <a:spcBef>
                <a:spcPts val="0"/>
              </a:spcBef>
              <a:spcAft>
                <a:spcPts val="0"/>
              </a:spcAft>
              <a:buSzPts val="1600"/>
              <a:buChar char="●"/>
            </a:pPr>
            <a:r>
              <a:rPr lang="en"/>
              <a:t>Examples: SSN, ProductIDs, …</a:t>
            </a:r>
            <a:endParaRPr/>
          </a:p>
          <a:p>
            <a:pPr marL="0" lvl="0" indent="0" algn="l" rtl="0">
              <a:spcBef>
                <a:spcPts val="600"/>
              </a:spcBef>
              <a:spcAft>
                <a:spcPts val="0"/>
              </a:spcAft>
              <a:buNone/>
            </a:pPr>
            <a:endParaRPr/>
          </a:p>
          <a:p>
            <a:pPr marL="0" lvl="0" indent="0" algn="l" rtl="0">
              <a:spcBef>
                <a:spcPts val="600"/>
              </a:spcBef>
              <a:spcAft>
                <a:spcPts val="0"/>
              </a:spcAft>
              <a:buNone/>
            </a:pPr>
            <a:r>
              <a:rPr lang="en" b="1">
                <a:solidFill>
                  <a:schemeClr val="accent3"/>
                </a:solidFill>
                <a:latin typeface="Roboto"/>
                <a:ea typeface="Roboto"/>
                <a:cs typeface="Roboto"/>
                <a:sym typeface="Roboto"/>
              </a:rPr>
              <a:t>Granularity</a:t>
            </a:r>
            <a:r>
              <a:rPr lang="en"/>
              <a:t> is the </a:t>
            </a:r>
            <a:r>
              <a:rPr lang="en" b="1">
                <a:solidFill>
                  <a:schemeClr val="accent3"/>
                </a:solidFill>
                <a:latin typeface="Roboto"/>
                <a:ea typeface="Roboto"/>
                <a:cs typeface="Roboto"/>
                <a:sym typeface="Roboto"/>
              </a:rPr>
              <a:t>concept</a:t>
            </a:r>
            <a:r>
              <a:rPr lang="en"/>
              <a:t> the primary key represents.</a:t>
            </a:r>
            <a:endParaRPr/>
          </a:p>
          <a:p>
            <a:pPr marL="0" lvl="0" indent="0" algn="l" rtl="0">
              <a:spcBef>
                <a:spcPts val="600"/>
              </a:spcBef>
              <a:spcAft>
                <a:spcPts val="0"/>
              </a:spcAft>
              <a:buNone/>
            </a:pPr>
            <a:r>
              <a:rPr lang="en"/>
              <a:t>	Example:</a:t>
            </a:r>
            <a:endParaRPr/>
          </a:p>
          <a:p>
            <a:pPr marL="914400" lvl="0" indent="0" algn="l" rtl="0">
              <a:spcBef>
                <a:spcPts val="600"/>
              </a:spcBef>
              <a:spcAft>
                <a:spcPts val="0"/>
              </a:spcAft>
              <a:buNone/>
            </a:pPr>
            <a:r>
              <a:rPr lang="en"/>
              <a:t>Granularity of Customer’s table:  Each row represents data for one unique customer.</a:t>
            </a:r>
            <a:endParaRPr/>
          </a:p>
          <a:p>
            <a:pPr marL="0" lvl="0" indent="457200" algn="l" rtl="0">
              <a:spcBef>
                <a:spcPts val="600"/>
              </a:spcBef>
              <a:spcAft>
                <a:spcPts val="0"/>
              </a:spcAft>
              <a:buNone/>
            </a:pPr>
            <a:r>
              <a:rPr lang="en"/>
              <a:t>       </a:t>
            </a:r>
            <a:endParaRPr/>
          </a:p>
        </p:txBody>
      </p:sp>
      <p:sp>
        <p:nvSpPr>
          <p:cNvPr id="1057" name="Google Shape;1057;p170"/>
          <p:cNvSpPr txBox="1">
            <a:spLocks noGrp="1"/>
          </p:cNvSpPr>
          <p:nvPr>
            <p:ph type="title"/>
          </p:nvPr>
        </p:nvSpPr>
        <p:spPr>
          <a:xfrm>
            <a:off x="0" y="-21875"/>
            <a:ext cx="8520600" cy="393600"/>
          </a:xfrm>
          <a:prstGeom prst="rect">
            <a:avLst/>
          </a:prstGeom>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a:solidFill>
                  <a:schemeClr val="accent3"/>
                </a:solidFill>
              </a:rPr>
              <a:t>Primary Keys &amp; Granularity</a:t>
            </a:r>
            <a:endParaRPr/>
          </a:p>
        </p:txBody>
      </p:sp>
      <p:graphicFrame>
        <p:nvGraphicFramePr>
          <p:cNvPr id="1058" name="Google Shape;1058;p170"/>
          <p:cNvGraphicFramePr/>
          <p:nvPr/>
        </p:nvGraphicFramePr>
        <p:xfrm>
          <a:off x="5185050" y="1478075"/>
          <a:ext cx="3262725" cy="845880"/>
        </p:xfrm>
        <a:graphic>
          <a:graphicData uri="http://schemas.openxmlformats.org/drawingml/2006/table">
            <a:tbl>
              <a:tblPr firstRow="1" bandRow="1">
                <a:noFill/>
                <a:tableStyleId>{EB2BA31B-5C43-4621-91BF-7C935D640D6E}</a:tableStyleId>
              </a:tblPr>
              <a:tblGrid>
                <a:gridCol w="1087575">
                  <a:extLst>
                    <a:ext uri="{9D8B030D-6E8A-4147-A177-3AD203B41FA5}">
                      <a16:colId xmlns:a16="http://schemas.microsoft.com/office/drawing/2014/main" val="20000"/>
                    </a:ext>
                  </a:extLst>
                </a:gridCol>
                <a:gridCol w="1087575">
                  <a:extLst>
                    <a:ext uri="{9D8B030D-6E8A-4147-A177-3AD203B41FA5}">
                      <a16:colId xmlns:a16="http://schemas.microsoft.com/office/drawing/2014/main" val="20001"/>
                    </a:ext>
                  </a:extLst>
                </a:gridCol>
                <a:gridCol w="1087575">
                  <a:extLst>
                    <a:ext uri="{9D8B030D-6E8A-4147-A177-3AD203B41FA5}">
                      <a16:colId xmlns:a16="http://schemas.microsoft.com/office/drawing/2014/main" val="20002"/>
                    </a:ext>
                  </a:extLst>
                </a:gridCol>
              </a:tblGrid>
              <a:tr h="171450">
                <a:tc>
                  <a:txBody>
                    <a:bodyPr/>
                    <a:lstStyle/>
                    <a:p>
                      <a:pPr marL="0" marR="0" lvl="0" indent="0" algn="l" rtl="0">
                        <a:spcBef>
                          <a:spcPts val="0"/>
                        </a:spcBef>
                        <a:spcAft>
                          <a:spcPts val="0"/>
                        </a:spcAft>
                        <a:buNone/>
                      </a:pPr>
                      <a:r>
                        <a:rPr lang="en" sz="1400" u="sng">
                          <a:latin typeface="Roboto"/>
                          <a:ea typeface="Roboto"/>
                          <a:cs typeface="Roboto"/>
                          <a:sym typeface="Roboto"/>
                        </a:rPr>
                        <a:t>OrderNum</a:t>
                      </a:r>
                      <a:endParaRPr sz="1400" u="sng">
                        <a:latin typeface="Roboto"/>
                        <a:ea typeface="Roboto"/>
                        <a:cs typeface="Roboto"/>
                        <a:sym typeface="Roboto"/>
                      </a:endParaRPr>
                    </a:p>
                  </a:txBody>
                  <a:tcPr marL="68600" marR="68600" marT="34300" marB="34300">
                    <a:solidFill>
                      <a:schemeClr val="accent4"/>
                    </a:solidFill>
                  </a:tcPr>
                </a:tc>
                <a:tc>
                  <a:txBody>
                    <a:bodyPr/>
                    <a:lstStyle/>
                    <a:p>
                      <a:pPr marL="0" marR="0" lvl="0" indent="0" algn="l" rtl="0">
                        <a:spcBef>
                          <a:spcPts val="0"/>
                        </a:spcBef>
                        <a:spcAft>
                          <a:spcPts val="0"/>
                        </a:spcAft>
                        <a:buNone/>
                      </a:pPr>
                      <a:r>
                        <a:rPr lang="en" sz="1400" u="sng">
                          <a:latin typeface="Roboto"/>
                          <a:ea typeface="Roboto"/>
                          <a:cs typeface="Roboto"/>
                          <a:sym typeface="Roboto"/>
                        </a:rPr>
                        <a:t>CustID</a:t>
                      </a:r>
                      <a:endParaRPr sz="1400" u="sng">
                        <a:latin typeface="Roboto"/>
                        <a:ea typeface="Roboto"/>
                        <a:cs typeface="Roboto"/>
                        <a:sym typeface="Roboto"/>
                      </a:endParaRPr>
                    </a:p>
                  </a:txBody>
                  <a:tcPr marL="68600" marR="68600" marT="34300" marB="34300">
                    <a:solidFill>
                      <a:schemeClr val="accent4"/>
                    </a:solidFill>
                  </a:tcPr>
                </a:tc>
                <a:tc>
                  <a:txBody>
                    <a:bodyPr/>
                    <a:lstStyle/>
                    <a:p>
                      <a:pPr marL="0" marR="0" lvl="0" indent="0" algn="l" rtl="0">
                        <a:spcBef>
                          <a:spcPts val="0"/>
                        </a:spcBef>
                        <a:spcAft>
                          <a:spcPts val="0"/>
                        </a:spcAft>
                        <a:buNone/>
                      </a:pPr>
                      <a:r>
                        <a:rPr lang="en" sz="1400">
                          <a:latin typeface="Roboto"/>
                          <a:ea typeface="Roboto"/>
                          <a:cs typeface="Roboto"/>
                          <a:sym typeface="Roboto"/>
                        </a:rPr>
                        <a:t>Date</a:t>
                      </a:r>
                      <a:endParaRPr sz="1100">
                        <a:latin typeface="Roboto"/>
                        <a:ea typeface="Roboto"/>
                        <a:cs typeface="Roboto"/>
                        <a:sym typeface="Roboto"/>
                      </a:endParaRPr>
                    </a:p>
                  </a:txBody>
                  <a:tcPr marL="68600" marR="68600" marT="34300" marB="34300">
                    <a:solidFill>
                      <a:schemeClr val="accent4"/>
                    </a:solidFill>
                  </a:tcPr>
                </a:tc>
                <a:extLst>
                  <a:ext uri="{0D108BD9-81ED-4DB2-BD59-A6C34878D82A}">
                    <a16:rowId xmlns:a16="http://schemas.microsoft.com/office/drawing/2014/main" val="10000"/>
                  </a:ext>
                </a:extLst>
              </a:tr>
              <a:tr h="27815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1</a:t>
                      </a:r>
                      <a:endParaRPr sz="1100">
                        <a:latin typeface="Roboto Light"/>
                        <a:ea typeface="Roboto Light"/>
                        <a:cs typeface="Roboto Light"/>
                        <a:sym typeface="Roboto Light"/>
                      </a:endParaRPr>
                    </a:p>
                  </a:txBody>
                  <a:tcPr marL="68600" marR="68600" marT="34300" marB="34300">
                    <a:solidFill>
                      <a:srgbClr val="FFE599"/>
                    </a:solidFill>
                  </a:tcPr>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171345</a:t>
                      </a:r>
                      <a:endParaRPr sz="1100">
                        <a:latin typeface="Roboto Light"/>
                        <a:ea typeface="Roboto Light"/>
                        <a:cs typeface="Roboto Light"/>
                        <a:sym typeface="Roboto Light"/>
                      </a:endParaRPr>
                    </a:p>
                  </a:txBody>
                  <a:tcPr marL="68600" marR="68600" marT="34300" marB="34300">
                    <a:solidFill>
                      <a:srgbClr val="FFE599"/>
                    </a:solidFill>
                  </a:tcPr>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8/21/2017</a:t>
                      </a:r>
                      <a:endParaRPr sz="1100">
                        <a:latin typeface="Roboto Light"/>
                        <a:ea typeface="Roboto Light"/>
                        <a:cs typeface="Roboto Light"/>
                        <a:sym typeface="Roboto Light"/>
                      </a:endParaRPr>
                    </a:p>
                  </a:txBody>
                  <a:tcPr marL="68600" marR="68600" marT="34300" marB="34300">
                    <a:solidFill>
                      <a:srgbClr val="FFE599"/>
                    </a:solidFill>
                  </a:tcPr>
                </a:tc>
                <a:extLst>
                  <a:ext uri="{0D108BD9-81ED-4DB2-BD59-A6C34878D82A}">
                    <a16:rowId xmlns:a16="http://schemas.microsoft.com/office/drawing/2014/main" val="10001"/>
                  </a:ext>
                </a:extLst>
              </a:tr>
              <a:tr h="27815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2</a:t>
                      </a:r>
                      <a:endParaRPr sz="1100">
                        <a:latin typeface="Roboto Light"/>
                        <a:ea typeface="Roboto Light"/>
                        <a:cs typeface="Roboto Light"/>
                        <a:sym typeface="Roboto Light"/>
                      </a:endParaRPr>
                    </a:p>
                  </a:txBody>
                  <a:tcPr marL="68600" marR="68600" marT="34300" marB="34300">
                    <a:solidFill>
                      <a:srgbClr val="FFF2CC"/>
                    </a:solidFill>
                  </a:tcPr>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281139</a:t>
                      </a:r>
                      <a:endParaRPr sz="1100">
                        <a:latin typeface="Roboto Light"/>
                        <a:ea typeface="Roboto Light"/>
                        <a:cs typeface="Roboto Light"/>
                        <a:sym typeface="Roboto Light"/>
                      </a:endParaRPr>
                    </a:p>
                  </a:txBody>
                  <a:tcPr marL="68600" marR="68600" marT="34300" marB="34300">
                    <a:solidFill>
                      <a:srgbClr val="FFF2CC"/>
                    </a:solidFill>
                  </a:tcPr>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8/30/2017</a:t>
                      </a:r>
                      <a:endParaRPr sz="1100">
                        <a:latin typeface="Roboto Light"/>
                        <a:ea typeface="Roboto Light"/>
                        <a:cs typeface="Roboto Light"/>
                        <a:sym typeface="Roboto Light"/>
                      </a:endParaRPr>
                    </a:p>
                  </a:txBody>
                  <a:tcPr marL="68600" marR="68600" marT="34300" marB="34300">
                    <a:solidFill>
                      <a:srgbClr val="FFF2CC"/>
                    </a:solidFill>
                  </a:tcPr>
                </a:tc>
                <a:extLst>
                  <a:ext uri="{0D108BD9-81ED-4DB2-BD59-A6C34878D82A}">
                    <a16:rowId xmlns:a16="http://schemas.microsoft.com/office/drawing/2014/main" val="10002"/>
                  </a:ext>
                </a:extLst>
              </a:tr>
            </a:tbl>
          </a:graphicData>
        </a:graphic>
      </p:graphicFrame>
      <p:graphicFrame>
        <p:nvGraphicFramePr>
          <p:cNvPr id="1059" name="Google Shape;1059;p170"/>
          <p:cNvGraphicFramePr/>
          <p:nvPr/>
        </p:nvGraphicFramePr>
        <p:xfrm>
          <a:off x="6563794" y="2794203"/>
          <a:ext cx="1884000" cy="845880"/>
        </p:xfrm>
        <a:graphic>
          <a:graphicData uri="http://schemas.openxmlformats.org/drawingml/2006/table">
            <a:tbl>
              <a:tblPr firstRow="1" bandRow="1">
                <a:noFill/>
                <a:tableStyleId>{6186E53E-2147-467E-89F3-FA14EC4E1221}</a:tableStyleId>
              </a:tblPr>
              <a:tblGrid>
                <a:gridCol w="942000">
                  <a:extLst>
                    <a:ext uri="{9D8B030D-6E8A-4147-A177-3AD203B41FA5}">
                      <a16:colId xmlns:a16="http://schemas.microsoft.com/office/drawing/2014/main" val="20000"/>
                    </a:ext>
                  </a:extLst>
                </a:gridCol>
                <a:gridCol w="942000">
                  <a:extLst>
                    <a:ext uri="{9D8B030D-6E8A-4147-A177-3AD203B41FA5}">
                      <a16:colId xmlns:a16="http://schemas.microsoft.com/office/drawing/2014/main" val="20001"/>
                    </a:ext>
                  </a:extLst>
                </a:gridCol>
              </a:tblGrid>
              <a:tr h="278150">
                <a:tc>
                  <a:txBody>
                    <a:bodyPr/>
                    <a:lstStyle/>
                    <a:p>
                      <a:pPr marL="0" marR="0" lvl="0" indent="0" algn="l" rtl="0">
                        <a:spcBef>
                          <a:spcPts val="0"/>
                        </a:spcBef>
                        <a:spcAft>
                          <a:spcPts val="0"/>
                        </a:spcAft>
                        <a:buNone/>
                      </a:pPr>
                      <a:r>
                        <a:rPr lang="en" sz="1400" u="sng">
                          <a:latin typeface="Roboto"/>
                          <a:ea typeface="Roboto"/>
                          <a:cs typeface="Roboto"/>
                          <a:sym typeface="Roboto"/>
                        </a:rPr>
                        <a:t>ProdID</a:t>
                      </a:r>
                      <a:endParaRPr sz="1400" u="sng">
                        <a:latin typeface="Roboto"/>
                        <a:ea typeface="Roboto"/>
                        <a:cs typeface="Roboto"/>
                        <a:sym typeface="Roboto"/>
                      </a:endParaRPr>
                    </a:p>
                  </a:txBody>
                  <a:tcPr marL="68600" marR="68600" marT="34300" marB="34300">
                    <a:solidFill>
                      <a:schemeClr val="accent3"/>
                    </a:solidFill>
                  </a:tcPr>
                </a:tc>
                <a:tc>
                  <a:txBody>
                    <a:bodyPr/>
                    <a:lstStyle/>
                    <a:p>
                      <a:pPr marL="0" marR="0" lvl="0" indent="0" algn="l" rtl="0">
                        <a:spcBef>
                          <a:spcPts val="0"/>
                        </a:spcBef>
                        <a:spcAft>
                          <a:spcPts val="0"/>
                        </a:spcAft>
                        <a:buNone/>
                      </a:pPr>
                      <a:r>
                        <a:rPr lang="en" sz="1400" u="none">
                          <a:latin typeface="Roboto"/>
                          <a:ea typeface="Roboto"/>
                          <a:cs typeface="Roboto"/>
                          <a:sym typeface="Roboto"/>
                        </a:rPr>
                        <a:t>Cost</a:t>
                      </a:r>
                      <a:endParaRPr sz="1100">
                        <a:latin typeface="Roboto"/>
                        <a:ea typeface="Roboto"/>
                        <a:cs typeface="Roboto"/>
                        <a:sym typeface="Roboto"/>
                      </a:endParaRPr>
                    </a:p>
                  </a:txBody>
                  <a:tcPr marL="68600" marR="68600" marT="34300" marB="34300">
                    <a:solidFill>
                      <a:schemeClr val="accent3"/>
                    </a:solidFill>
                  </a:tcPr>
                </a:tc>
                <a:extLst>
                  <a:ext uri="{0D108BD9-81ED-4DB2-BD59-A6C34878D82A}">
                    <a16:rowId xmlns:a16="http://schemas.microsoft.com/office/drawing/2014/main" val="10000"/>
                  </a:ext>
                </a:extLst>
              </a:tr>
              <a:tr h="27815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42</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3.14</a:t>
                      </a:r>
                      <a:endParaRPr sz="1100">
                        <a:latin typeface="Roboto Light"/>
                        <a:ea typeface="Roboto Light"/>
                        <a:cs typeface="Roboto Light"/>
                        <a:sym typeface="Roboto Light"/>
                      </a:endParaRPr>
                    </a:p>
                  </a:txBody>
                  <a:tcPr marL="68600" marR="68600" marT="34300" marB="34300"/>
                </a:tc>
                <a:extLst>
                  <a:ext uri="{0D108BD9-81ED-4DB2-BD59-A6C34878D82A}">
                    <a16:rowId xmlns:a16="http://schemas.microsoft.com/office/drawing/2014/main" val="10001"/>
                  </a:ext>
                </a:extLst>
              </a:tr>
              <a:tr h="27815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999</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2.72</a:t>
                      </a:r>
                      <a:endParaRPr sz="1100">
                        <a:latin typeface="Roboto Light"/>
                        <a:ea typeface="Roboto Light"/>
                        <a:cs typeface="Roboto Light"/>
                        <a:sym typeface="Roboto Light"/>
                      </a:endParaRPr>
                    </a:p>
                  </a:txBody>
                  <a:tcPr marL="68600" marR="68600" marT="34300" marB="34300"/>
                </a:tc>
                <a:extLst>
                  <a:ext uri="{0D108BD9-81ED-4DB2-BD59-A6C34878D82A}">
                    <a16:rowId xmlns:a16="http://schemas.microsoft.com/office/drawing/2014/main" val="10002"/>
                  </a:ext>
                </a:extLst>
              </a:tr>
            </a:tbl>
          </a:graphicData>
        </a:graphic>
      </p:graphicFrame>
      <p:sp>
        <p:nvSpPr>
          <p:cNvPr id="1060" name="Google Shape;1060;p170"/>
          <p:cNvSpPr txBox="1"/>
          <p:nvPr/>
        </p:nvSpPr>
        <p:spPr>
          <a:xfrm>
            <a:off x="7105825" y="2539550"/>
            <a:ext cx="1341900" cy="276900"/>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r>
              <a:rPr lang="en" sz="1400">
                <a:solidFill>
                  <a:schemeClr val="dk1"/>
                </a:solidFill>
                <a:latin typeface="Roboto Light"/>
                <a:ea typeface="Roboto Light"/>
                <a:cs typeface="Roboto Light"/>
                <a:sym typeface="Roboto Light"/>
              </a:rPr>
              <a:t>Products.csv</a:t>
            </a:r>
            <a:endParaRPr sz="1400">
              <a:solidFill>
                <a:schemeClr val="dk1"/>
              </a:solidFill>
              <a:latin typeface="Roboto Light"/>
              <a:ea typeface="Roboto Light"/>
              <a:cs typeface="Roboto Light"/>
              <a:sym typeface="Roboto Light"/>
            </a:endParaRPr>
          </a:p>
        </p:txBody>
      </p:sp>
      <p:sp>
        <p:nvSpPr>
          <p:cNvPr id="1061" name="Google Shape;1061;p170"/>
          <p:cNvSpPr txBox="1"/>
          <p:nvPr/>
        </p:nvSpPr>
        <p:spPr>
          <a:xfrm>
            <a:off x="7317574" y="1223425"/>
            <a:ext cx="1130100" cy="276900"/>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r>
              <a:rPr lang="en" sz="1400">
                <a:solidFill>
                  <a:schemeClr val="dk1"/>
                </a:solidFill>
                <a:latin typeface="Roboto Light"/>
                <a:ea typeface="Roboto Light"/>
                <a:cs typeface="Roboto Light"/>
                <a:sym typeface="Roboto Light"/>
              </a:rPr>
              <a:t>Orders.csv</a:t>
            </a:r>
            <a:endParaRPr sz="1400">
              <a:solidFill>
                <a:schemeClr val="dk1"/>
              </a:solidFill>
              <a:latin typeface="Roboto Light"/>
              <a:ea typeface="Roboto Light"/>
              <a:cs typeface="Roboto Light"/>
              <a:sym typeface="Roboto Light"/>
            </a:endParaRPr>
          </a:p>
        </p:txBody>
      </p:sp>
      <p:graphicFrame>
        <p:nvGraphicFramePr>
          <p:cNvPr id="1062" name="Google Shape;1062;p170"/>
          <p:cNvGraphicFramePr/>
          <p:nvPr/>
        </p:nvGraphicFramePr>
        <p:xfrm>
          <a:off x="6563794" y="380344"/>
          <a:ext cx="1884000" cy="845880"/>
        </p:xfrm>
        <a:graphic>
          <a:graphicData uri="http://schemas.openxmlformats.org/drawingml/2006/table">
            <a:tbl>
              <a:tblPr firstRow="1" bandRow="1">
                <a:noFill/>
                <a:tableStyleId>{6186E53E-2147-467E-89F3-FA14EC4E1221}</a:tableStyleId>
              </a:tblPr>
              <a:tblGrid>
                <a:gridCol w="942000">
                  <a:extLst>
                    <a:ext uri="{9D8B030D-6E8A-4147-A177-3AD203B41FA5}">
                      <a16:colId xmlns:a16="http://schemas.microsoft.com/office/drawing/2014/main" val="20000"/>
                    </a:ext>
                  </a:extLst>
                </a:gridCol>
                <a:gridCol w="942000">
                  <a:extLst>
                    <a:ext uri="{9D8B030D-6E8A-4147-A177-3AD203B41FA5}">
                      <a16:colId xmlns:a16="http://schemas.microsoft.com/office/drawing/2014/main" val="20001"/>
                    </a:ext>
                  </a:extLst>
                </a:gridCol>
              </a:tblGrid>
              <a:tr h="278150">
                <a:tc>
                  <a:txBody>
                    <a:bodyPr/>
                    <a:lstStyle/>
                    <a:p>
                      <a:pPr marL="0" marR="0" lvl="0" indent="0" algn="l" rtl="0">
                        <a:spcBef>
                          <a:spcPts val="0"/>
                        </a:spcBef>
                        <a:spcAft>
                          <a:spcPts val="0"/>
                        </a:spcAft>
                        <a:buNone/>
                      </a:pPr>
                      <a:r>
                        <a:rPr lang="en" sz="1400" u="sng">
                          <a:latin typeface="Roboto"/>
                          <a:ea typeface="Roboto"/>
                          <a:cs typeface="Roboto"/>
                          <a:sym typeface="Roboto"/>
                        </a:rPr>
                        <a:t>CustID</a:t>
                      </a:r>
                      <a:endParaRPr sz="1400" u="sng">
                        <a:latin typeface="Roboto"/>
                        <a:ea typeface="Roboto"/>
                        <a:cs typeface="Roboto"/>
                        <a:sym typeface="Roboto"/>
                      </a:endParaRPr>
                    </a:p>
                  </a:txBody>
                  <a:tcPr marL="68600" marR="68600" marT="34300" marB="34300">
                    <a:solidFill>
                      <a:schemeClr val="accent3"/>
                    </a:solidFill>
                  </a:tcPr>
                </a:tc>
                <a:tc>
                  <a:txBody>
                    <a:bodyPr/>
                    <a:lstStyle/>
                    <a:p>
                      <a:pPr marL="0" marR="0" lvl="0" indent="0" algn="l" rtl="0">
                        <a:spcBef>
                          <a:spcPts val="0"/>
                        </a:spcBef>
                        <a:spcAft>
                          <a:spcPts val="0"/>
                        </a:spcAft>
                        <a:buNone/>
                      </a:pPr>
                      <a:r>
                        <a:rPr lang="en" sz="1400" u="none">
                          <a:latin typeface="Roboto"/>
                          <a:ea typeface="Roboto"/>
                          <a:cs typeface="Roboto"/>
                          <a:sym typeface="Roboto"/>
                        </a:rPr>
                        <a:t>Addr</a:t>
                      </a:r>
                      <a:endParaRPr sz="1400" u="none">
                        <a:latin typeface="Roboto"/>
                        <a:ea typeface="Roboto"/>
                        <a:cs typeface="Roboto"/>
                        <a:sym typeface="Roboto"/>
                      </a:endParaRPr>
                    </a:p>
                  </a:txBody>
                  <a:tcPr marL="68600" marR="68600" marT="34300" marB="34300">
                    <a:solidFill>
                      <a:schemeClr val="accent3"/>
                    </a:solidFill>
                  </a:tcPr>
                </a:tc>
                <a:extLst>
                  <a:ext uri="{0D108BD9-81ED-4DB2-BD59-A6C34878D82A}">
                    <a16:rowId xmlns:a16="http://schemas.microsoft.com/office/drawing/2014/main" val="10000"/>
                  </a:ext>
                </a:extLst>
              </a:tr>
              <a:tr h="27815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171345</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Harmon.. </a:t>
                      </a:r>
                      <a:endParaRPr sz="1100">
                        <a:latin typeface="Roboto Light"/>
                        <a:ea typeface="Roboto Light"/>
                        <a:cs typeface="Roboto Light"/>
                        <a:sym typeface="Roboto Light"/>
                      </a:endParaRPr>
                    </a:p>
                  </a:txBody>
                  <a:tcPr marL="68600" marR="68600" marT="34300" marB="34300"/>
                </a:tc>
                <a:extLst>
                  <a:ext uri="{0D108BD9-81ED-4DB2-BD59-A6C34878D82A}">
                    <a16:rowId xmlns:a16="http://schemas.microsoft.com/office/drawing/2014/main" val="10001"/>
                  </a:ext>
                </a:extLst>
              </a:tr>
              <a:tr h="27815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281139</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Main ..</a:t>
                      </a:r>
                      <a:endParaRPr sz="1100">
                        <a:latin typeface="Roboto Light"/>
                        <a:ea typeface="Roboto Light"/>
                        <a:cs typeface="Roboto Light"/>
                        <a:sym typeface="Roboto Light"/>
                      </a:endParaRPr>
                    </a:p>
                  </a:txBody>
                  <a:tcPr marL="68600" marR="68600" marT="34300" marB="34300"/>
                </a:tc>
                <a:extLst>
                  <a:ext uri="{0D108BD9-81ED-4DB2-BD59-A6C34878D82A}">
                    <a16:rowId xmlns:a16="http://schemas.microsoft.com/office/drawing/2014/main" val="10002"/>
                  </a:ext>
                </a:extLst>
              </a:tr>
            </a:tbl>
          </a:graphicData>
        </a:graphic>
      </p:graphicFrame>
      <p:sp>
        <p:nvSpPr>
          <p:cNvPr id="1063" name="Google Shape;1063;p170"/>
          <p:cNvSpPr txBox="1"/>
          <p:nvPr/>
        </p:nvSpPr>
        <p:spPr>
          <a:xfrm>
            <a:off x="6996850" y="125700"/>
            <a:ext cx="1451100" cy="276900"/>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r>
              <a:rPr lang="en" sz="1400">
                <a:solidFill>
                  <a:schemeClr val="dk1"/>
                </a:solidFill>
                <a:latin typeface="Roboto Light"/>
                <a:ea typeface="Roboto Light"/>
                <a:cs typeface="Roboto Light"/>
                <a:sym typeface="Roboto Light"/>
              </a:rPr>
              <a:t>Customers.csv</a:t>
            </a:r>
            <a:endParaRPr sz="1400">
              <a:solidFill>
                <a:schemeClr val="dk1"/>
              </a:solidFill>
              <a:latin typeface="Roboto Light"/>
              <a:ea typeface="Roboto Light"/>
              <a:cs typeface="Roboto Light"/>
              <a:sym typeface="Roboto Light"/>
            </a:endParaRPr>
          </a:p>
        </p:txBody>
      </p:sp>
      <p:grpSp>
        <p:nvGrpSpPr>
          <p:cNvPr id="1064" name="Google Shape;1064;p170"/>
          <p:cNvGrpSpPr/>
          <p:nvPr/>
        </p:nvGrpSpPr>
        <p:grpSpPr>
          <a:xfrm>
            <a:off x="5142871" y="139595"/>
            <a:ext cx="1444950" cy="393188"/>
            <a:chOff x="7873161" y="4961326"/>
            <a:chExt cx="1926600" cy="524250"/>
          </a:xfrm>
        </p:grpSpPr>
        <p:sp>
          <p:nvSpPr>
            <p:cNvPr id="1065" name="Google Shape;1065;p170"/>
            <p:cNvSpPr txBox="1"/>
            <p:nvPr/>
          </p:nvSpPr>
          <p:spPr>
            <a:xfrm>
              <a:off x="7873161" y="4961326"/>
              <a:ext cx="1476600" cy="3693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a:solidFill>
                    <a:srgbClr val="FF0000"/>
                  </a:solidFill>
                  <a:latin typeface="Roboto Light"/>
                  <a:ea typeface="Roboto Light"/>
                  <a:cs typeface="Roboto Light"/>
                  <a:sym typeface="Roboto Light"/>
                </a:rPr>
                <a:t>Primary Key</a:t>
              </a:r>
              <a:endParaRPr sz="1000">
                <a:solidFill>
                  <a:srgbClr val="FF0000"/>
                </a:solidFill>
                <a:latin typeface="Roboto Light"/>
                <a:ea typeface="Roboto Light"/>
                <a:cs typeface="Roboto Light"/>
                <a:sym typeface="Roboto Light"/>
              </a:endParaRPr>
            </a:p>
          </p:txBody>
        </p:sp>
        <p:cxnSp>
          <p:nvCxnSpPr>
            <p:cNvPr id="1066" name="Google Shape;1066;p170"/>
            <p:cNvCxnSpPr>
              <a:stCxn id="1065" idx="3"/>
            </p:cNvCxnSpPr>
            <p:nvPr/>
          </p:nvCxnSpPr>
          <p:spPr>
            <a:xfrm>
              <a:off x="9349761" y="5145976"/>
              <a:ext cx="450000" cy="339600"/>
            </a:xfrm>
            <a:prstGeom prst="straightConnector1">
              <a:avLst/>
            </a:prstGeom>
            <a:noFill/>
            <a:ln w="19050" cap="flat" cmpd="sng">
              <a:solidFill>
                <a:srgbClr val="FF0000"/>
              </a:solidFill>
              <a:prstDash val="solid"/>
              <a:miter lim="800000"/>
              <a:headEnd type="none" w="sm" len="sm"/>
              <a:tailEnd type="triangle" w="med" len="med"/>
            </a:ln>
          </p:spPr>
        </p:cxnSp>
      </p:grpSp>
      <p:graphicFrame>
        <p:nvGraphicFramePr>
          <p:cNvPr id="1067" name="Google Shape;1067;p170"/>
          <p:cNvGraphicFramePr/>
          <p:nvPr/>
        </p:nvGraphicFramePr>
        <p:xfrm>
          <a:off x="5057113" y="3838688"/>
          <a:ext cx="3390675" cy="1127840"/>
        </p:xfrm>
        <a:graphic>
          <a:graphicData uri="http://schemas.openxmlformats.org/drawingml/2006/table">
            <a:tbl>
              <a:tblPr firstRow="1" bandRow="1">
                <a:noFill/>
                <a:tableStyleId>{6186E53E-2147-467E-89F3-FA14EC4E1221}</a:tableStyleId>
              </a:tblPr>
              <a:tblGrid>
                <a:gridCol w="1130225">
                  <a:extLst>
                    <a:ext uri="{9D8B030D-6E8A-4147-A177-3AD203B41FA5}">
                      <a16:colId xmlns:a16="http://schemas.microsoft.com/office/drawing/2014/main" val="20000"/>
                    </a:ext>
                  </a:extLst>
                </a:gridCol>
                <a:gridCol w="1130225">
                  <a:extLst>
                    <a:ext uri="{9D8B030D-6E8A-4147-A177-3AD203B41FA5}">
                      <a16:colId xmlns:a16="http://schemas.microsoft.com/office/drawing/2014/main" val="20001"/>
                    </a:ext>
                  </a:extLst>
                </a:gridCol>
                <a:gridCol w="1130225">
                  <a:extLst>
                    <a:ext uri="{9D8B030D-6E8A-4147-A177-3AD203B41FA5}">
                      <a16:colId xmlns:a16="http://schemas.microsoft.com/office/drawing/2014/main" val="20002"/>
                    </a:ext>
                  </a:extLst>
                </a:gridCol>
              </a:tblGrid>
              <a:tr h="278150">
                <a:tc>
                  <a:txBody>
                    <a:bodyPr/>
                    <a:lstStyle/>
                    <a:p>
                      <a:pPr marL="0" marR="0" lvl="0" indent="0" algn="l" rtl="0">
                        <a:spcBef>
                          <a:spcPts val="0"/>
                        </a:spcBef>
                        <a:spcAft>
                          <a:spcPts val="0"/>
                        </a:spcAft>
                        <a:buNone/>
                      </a:pPr>
                      <a:r>
                        <a:rPr lang="en" sz="1400" u="sng"/>
                        <a:t>OrderNum</a:t>
                      </a:r>
                      <a:endParaRPr sz="1400" u="sng"/>
                    </a:p>
                  </a:txBody>
                  <a:tcPr marL="68600" marR="68600" marT="34300" marB="34300">
                    <a:solidFill>
                      <a:schemeClr val="accent3"/>
                    </a:solidFill>
                  </a:tcPr>
                </a:tc>
                <a:tc>
                  <a:txBody>
                    <a:bodyPr/>
                    <a:lstStyle/>
                    <a:p>
                      <a:pPr marL="0" marR="0" lvl="0" indent="0" algn="l" rtl="0">
                        <a:spcBef>
                          <a:spcPts val="0"/>
                        </a:spcBef>
                        <a:spcAft>
                          <a:spcPts val="0"/>
                        </a:spcAft>
                        <a:buNone/>
                      </a:pPr>
                      <a:r>
                        <a:rPr lang="en" sz="1400" u="sng">
                          <a:latin typeface="Roboto"/>
                          <a:ea typeface="Roboto"/>
                          <a:cs typeface="Roboto"/>
                          <a:sym typeface="Roboto"/>
                        </a:rPr>
                        <a:t>ProdID</a:t>
                      </a:r>
                      <a:endParaRPr sz="1400" u="sng">
                        <a:latin typeface="Roboto"/>
                        <a:ea typeface="Roboto"/>
                        <a:cs typeface="Roboto"/>
                        <a:sym typeface="Roboto"/>
                      </a:endParaRPr>
                    </a:p>
                  </a:txBody>
                  <a:tcPr marL="68600" marR="68600" marT="34300" marB="34300">
                    <a:solidFill>
                      <a:schemeClr val="accent3"/>
                    </a:solidFill>
                  </a:tcPr>
                </a:tc>
                <a:tc>
                  <a:txBody>
                    <a:bodyPr/>
                    <a:lstStyle/>
                    <a:p>
                      <a:pPr marL="0" marR="0" lvl="0" indent="0" algn="l" rtl="0">
                        <a:spcBef>
                          <a:spcPts val="0"/>
                        </a:spcBef>
                        <a:spcAft>
                          <a:spcPts val="0"/>
                        </a:spcAft>
                        <a:buNone/>
                      </a:pPr>
                      <a:r>
                        <a:rPr lang="en" sz="1400">
                          <a:latin typeface="Roboto"/>
                          <a:ea typeface="Roboto"/>
                          <a:cs typeface="Roboto"/>
                          <a:sym typeface="Roboto"/>
                        </a:rPr>
                        <a:t>Quantity</a:t>
                      </a:r>
                      <a:endParaRPr sz="1100">
                        <a:latin typeface="Roboto"/>
                        <a:ea typeface="Roboto"/>
                        <a:cs typeface="Roboto"/>
                        <a:sym typeface="Roboto"/>
                      </a:endParaRPr>
                    </a:p>
                  </a:txBody>
                  <a:tcPr marL="68600" marR="68600" marT="34300" marB="34300">
                    <a:solidFill>
                      <a:schemeClr val="accent3"/>
                    </a:solidFill>
                  </a:tcPr>
                </a:tc>
                <a:extLst>
                  <a:ext uri="{0D108BD9-81ED-4DB2-BD59-A6C34878D82A}">
                    <a16:rowId xmlns:a16="http://schemas.microsoft.com/office/drawing/2014/main" val="10000"/>
                  </a:ext>
                </a:extLst>
              </a:tr>
              <a:tr h="27815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1</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42</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3</a:t>
                      </a:r>
                      <a:endParaRPr sz="1100">
                        <a:latin typeface="Roboto Light"/>
                        <a:ea typeface="Roboto Light"/>
                        <a:cs typeface="Roboto Light"/>
                        <a:sym typeface="Roboto Light"/>
                      </a:endParaRPr>
                    </a:p>
                  </a:txBody>
                  <a:tcPr marL="68600" marR="68600" marT="34300" marB="34300"/>
                </a:tc>
                <a:extLst>
                  <a:ext uri="{0D108BD9-81ED-4DB2-BD59-A6C34878D82A}">
                    <a16:rowId xmlns:a16="http://schemas.microsoft.com/office/drawing/2014/main" val="10001"/>
                  </a:ext>
                </a:extLst>
              </a:tr>
              <a:tr h="27815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1</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999</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2</a:t>
                      </a:r>
                      <a:endParaRPr sz="1100">
                        <a:latin typeface="Roboto Light"/>
                        <a:ea typeface="Roboto Light"/>
                        <a:cs typeface="Roboto Light"/>
                        <a:sym typeface="Roboto Light"/>
                      </a:endParaRPr>
                    </a:p>
                  </a:txBody>
                  <a:tcPr marL="68600" marR="68600" marT="34300" marB="34300"/>
                </a:tc>
                <a:extLst>
                  <a:ext uri="{0D108BD9-81ED-4DB2-BD59-A6C34878D82A}">
                    <a16:rowId xmlns:a16="http://schemas.microsoft.com/office/drawing/2014/main" val="10002"/>
                  </a:ext>
                </a:extLst>
              </a:tr>
              <a:tr h="270600">
                <a:tc>
                  <a:txBody>
                    <a:bodyPr/>
                    <a:lstStyle/>
                    <a:p>
                      <a:pPr marL="0" marR="0" lvl="0" indent="0" algn="l" rtl="0">
                        <a:spcBef>
                          <a:spcPts val="0"/>
                        </a:spcBef>
                        <a:spcAft>
                          <a:spcPts val="0"/>
                        </a:spcAft>
                        <a:buNone/>
                      </a:pPr>
                      <a:r>
                        <a:rPr lang="en" sz="1400">
                          <a:latin typeface="Roboto Light"/>
                          <a:ea typeface="Roboto Light"/>
                          <a:cs typeface="Roboto Light"/>
                          <a:sym typeface="Roboto Light"/>
                        </a:rPr>
                        <a:t>2</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42</a:t>
                      </a:r>
                      <a:endParaRPr sz="1100">
                        <a:latin typeface="Roboto Light"/>
                        <a:ea typeface="Roboto Light"/>
                        <a:cs typeface="Roboto Light"/>
                        <a:sym typeface="Roboto Light"/>
                      </a:endParaRPr>
                    </a:p>
                  </a:txBody>
                  <a:tcPr marL="68600" marR="68600" marT="34300" marB="34300"/>
                </a:tc>
                <a:tc>
                  <a:txBody>
                    <a:bodyPr/>
                    <a:lstStyle/>
                    <a:p>
                      <a:pPr marL="0" marR="0" lvl="0" indent="0" algn="l" rtl="0">
                        <a:spcBef>
                          <a:spcPts val="0"/>
                        </a:spcBef>
                        <a:spcAft>
                          <a:spcPts val="0"/>
                        </a:spcAft>
                        <a:buNone/>
                      </a:pPr>
                      <a:r>
                        <a:rPr lang="en" sz="1400">
                          <a:latin typeface="Roboto Light"/>
                          <a:ea typeface="Roboto Light"/>
                          <a:cs typeface="Roboto Light"/>
                          <a:sym typeface="Roboto Light"/>
                        </a:rPr>
                        <a:t>1</a:t>
                      </a:r>
                      <a:endParaRPr sz="1100">
                        <a:latin typeface="Roboto Light"/>
                        <a:ea typeface="Roboto Light"/>
                        <a:cs typeface="Roboto Light"/>
                        <a:sym typeface="Roboto Light"/>
                      </a:endParaRPr>
                    </a:p>
                  </a:txBody>
                  <a:tcPr marL="68600" marR="68600" marT="34300" marB="34300"/>
                </a:tc>
                <a:extLst>
                  <a:ext uri="{0D108BD9-81ED-4DB2-BD59-A6C34878D82A}">
                    <a16:rowId xmlns:a16="http://schemas.microsoft.com/office/drawing/2014/main" val="10003"/>
                  </a:ext>
                </a:extLst>
              </a:tr>
            </a:tbl>
          </a:graphicData>
        </a:graphic>
      </p:graphicFrame>
      <p:grpSp>
        <p:nvGrpSpPr>
          <p:cNvPr id="1068" name="Google Shape;1068;p170"/>
          <p:cNvGrpSpPr/>
          <p:nvPr/>
        </p:nvGrpSpPr>
        <p:grpSpPr>
          <a:xfrm>
            <a:off x="4724521" y="3343057"/>
            <a:ext cx="2281654" cy="766280"/>
            <a:chOff x="4640671" y="-154705"/>
            <a:chExt cx="2281654" cy="766280"/>
          </a:xfrm>
        </p:grpSpPr>
        <p:grpSp>
          <p:nvGrpSpPr>
            <p:cNvPr id="1069" name="Google Shape;1069;p170"/>
            <p:cNvGrpSpPr/>
            <p:nvPr/>
          </p:nvGrpSpPr>
          <p:grpSpPr>
            <a:xfrm>
              <a:off x="4640671" y="-154705"/>
              <a:ext cx="1426275" cy="317813"/>
              <a:chOff x="9641961" y="4568926"/>
              <a:chExt cx="1901700" cy="423750"/>
            </a:xfrm>
          </p:grpSpPr>
          <p:sp>
            <p:nvSpPr>
              <p:cNvPr id="1070" name="Google Shape;1070;p170"/>
              <p:cNvSpPr txBox="1"/>
              <p:nvPr/>
            </p:nvSpPr>
            <p:spPr>
              <a:xfrm>
                <a:off x="9641961" y="4568926"/>
                <a:ext cx="1476600" cy="3693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a:solidFill>
                      <a:srgbClr val="FF0000"/>
                    </a:solidFill>
                    <a:latin typeface="Roboto Light"/>
                    <a:ea typeface="Roboto Light"/>
                    <a:cs typeface="Roboto Light"/>
                    <a:sym typeface="Roboto Light"/>
                  </a:rPr>
                  <a:t>Primary Key</a:t>
                </a:r>
                <a:endParaRPr sz="1000">
                  <a:solidFill>
                    <a:srgbClr val="FF0000"/>
                  </a:solidFill>
                  <a:latin typeface="Roboto Light"/>
                  <a:ea typeface="Roboto Light"/>
                  <a:cs typeface="Roboto Light"/>
                  <a:sym typeface="Roboto Light"/>
                </a:endParaRPr>
              </a:p>
            </p:txBody>
          </p:sp>
          <p:cxnSp>
            <p:nvCxnSpPr>
              <p:cNvPr id="1071" name="Google Shape;1071;p170"/>
              <p:cNvCxnSpPr>
                <a:stCxn id="1070" idx="3"/>
              </p:cNvCxnSpPr>
              <p:nvPr/>
            </p:nvCxnSpPr>
            <p:spPr>
              <a:xfrm>
                <a:off x="11118561" y="4753576"/>
                <a:ext cx="425100" cy="239100"/>
              </a:xfrm>
              <a:prstGeom prst="straightConnector1">
                <a:avLst/>
              </a:prstGeom>
              <a:noFill/>
              <a:ln w="19050" cap="flat" cmpd="sng">
                <a:solidFill>
                  <a:srgbClr val="FF0000"/>
                </a:solidFill>
                <a:prstDash val="solid"/>
                <a:miter lim="800000"/>
                <a:headEnd type="none" w="sm" len="sm"/>
                <a:tailEnd type="triangle" w="med" len="med"/>
              </a:ln>
            </p:spPr>
          </p:cxnSp>
        </p:grpSp>
        <p:sp>
          <p:nvSpPr>
            <p:cNvPr id="1072" name="Google Shape;1072;p170"/>
            <p:cNvSpPr/>
            <p:nvPr/>
          </p:nvSpPr>
          <p:spPr>
            <a:xfrm>
              <a:off x="5038325" y="298075"/>
              <a:ext cx="1884000" cy="3135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3" name="Google Shape;1073;p170"/>
          <p:cNvSpPr txBox="1"/>
          <p:nvPr/>
        </p:nvSpPr>
        <p:spPr>
          <a:xfrm>
            <a:off x="6990726" y="3587750"/>
            <a:ext cx="1451100" cy="276900"/>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r>
              <a:rPr lang="en" sz="1400">
                <a:solidFill>
                  <a:schemeClr val="dk1"/>
                </a:solidFill>
                <a:latin typeface="Roboto Light"/>
                <a:ea typeface="Roboto Light"/>
                <a:cs typeface="Roboto Light"/>
                <a:sym typeface="Roboto Light"/>
              </a:rPr>
              <a:t>Purchases.csv</a:t>
            </a:r>
            <a:endParaRPr sz="1400">
              <a:solidFill>
                <a:schemeClr val="dk1"/>
              </a:solidFill>
              <a:latin typeface="Roboto Light"/>
              <a:ea typeface="Roboto Light"/>
              <a:cs typeface="Roboto Light"/>
              <a:sym typeface="Roboto Light"/>
            </a:endParaRPr>
          </a:p>
        </p:txBody>
      </p:sp>
      <p:grpSp>
        <p:nvGrpSpPr>
          <p:cNvPr id="1074" name="Google Shape;1074;p170"/>
          <p:cNvGrpSpPr/>
          <p:nvPr/>
        </p:nvGrpSpPr>
        <p:grpSpPr>
          <a:xfrm>
            <a:off x="5142871" y="1055220"/>
            <a:ext cx="1107450" cy="472275"/>
            <a:chOff x="7873161" y="4961326"/>
            <a:chExt cx="1476600" cy="629700"/>
          </a:xfrm>
        </p:grpSpPr>
        <p:sp>
          <p:nvSpPr>
            <p:cNvPr id="1075" name="Google Shape;1075;p170"/>
            <p:cNvSpPr txBox="1"/>
            <p:nvPr/>
          </p:nvSpPr>
          <p:spPr>
            <a:xfrm>
              <a:off x="7873161" y="4961326"/>
              <a:ext cx="1476600" cy="3693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300">
                  <a:solidFill>
                    <a:srgbClr val="FF0000"/>
                  </a:solidFill>
                  <a:latin typeface="Roboto Light"/>
                  <a:ea typeface="Roboto Light"/>
                  <a:cs typeface="Roboto Light"/>
                  <a:sym typeface="Roboto Light"/>
                </a:rPr>
                <a:t>Primary Key</a:t>
              </a:r>
              <a:endParaRPr sz="1000">
                <a:solidFill>
                  <a:srgbClr val="FF0000"/>
                </a:solidFill>
                <a:latin typeface="Roboto Light"/>
                <a:ea typeface="Roboto Light"/>
                <a:cs typeface="Roboto Light"/>
                <a:sym typeface="Roboto Light"/>
              </a:endParaRPr>
            </a:p>
          </p:txBody>
        </p:sp>
        <p:cxnSp>
          <p:nvCxnSpPr>
            <p:cNvPr id="1076" name="Google Shape;1076;p170"/>
            <p:cNvCxnSpPr>
              <a:stCxn id="1075" idx="2"/>
            </p:cNvCxnSpPr>
            <p:nvPr/>
          </p:nvCxnSpPr>
          <p:spPr>
            <a:xfrm>
              <a:off x="8611461" y="5330626"/>
              <a:ext cx="197100" cy="260400"/>
            </a:xfrm>
            <a:prstGeom prst="straightConnector1">
              <a:avLst/>
            </a:prstGeom>
            <a:noFill/>
            <a:ln w="19050" cap="flat" cmpd="sng">
              <a:solidFill>
                <a:srgbClr val="FF0000"/>
              </a:solidFill>
              <a:prstDash val="solid"/>
              <a:miter lim="800000"/>
              <a:headEnd type="none" w="sm" len="sm"/>
              <a:tailEnd type="triangle" w="med" len="med"/>
            </a:ln>
          </p:spPr>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p17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Granularity</a:t>
            </a:r>
            <a:endParaRPr/>
          </a:p>
        </p:txBody>
      </p:sp>
      <p:sp>
        <p:nvSpPr>
          <p:cNvPr id="1082" name="Google Shape;1082;p171"/>
          <p:cNvSpPr txBox="1">
            <a:spLocks noGrp="1"/>
          </p:cNvSpPr>
          <p:nvPr>
            <p:ph type="body" idx="1"/>
          </p:nvPr>
        </p:nvSpPr>
        <p:spPr>
          <a:xfrm>
            <a:off x="85600" y="296225"/>
            <a:ext cx="47757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a:t>What does each </a:t>
            </a:r>
            <a:r>
              <a:rPr lang="en" b="1">
                <a:solidFill>
                  <a:schemeClr val="accent3"/>
                </a:solidFill>
                <a:latin typeface="Roboto"/>
                <a:ea typeface="Roboto"/>
                <a:cs typeface="Roboto"/>
                <a:sym typeface="Roboto"/>
              </a:rPr>
              <a:t>record (row)</a:t>
            </a:r>
            <a:r>
              <a:rPr lang="en"/>
              <a:t> represent?</a:t>
            </a:r>
            <a:endParaRPr/>
          </a:p>
          <a:p>
            <a:pPr marL="457200" lvl="0" indent="-330200" algn="l" rtl="0">
              <a:spcBef>
                <a:spcPts val="600"/>
              </a:spcBef>
              <a:spcAft>
                <a:spcPts val="0"/>
              </a:spcAft>
              <a:buSzPts val="1600"/>
              <a:buChar char="●"/>
            </a:pPr>
            <a:r>
              <a:rPr lang="en"/>
              <a:t>Examples: a purchase, a person, a group of users, a house, a team</a:t>
            </a:r>
            <a:endParaRPr/>
          </a:p>
          <a:p>
            <a:pPr marL="0" lvl="0" indent="0" algn="l" rtl="0">
              <a:spcBef>
                <a:spcPts val="600"/>
              </a:spcBef>
              <a:spcAft>
                <a:spcPts val="0"/>
              </a:spcAft>
              <a:buClr>
                <a:schemeClr val="dk1"/>
              </a:buClr>
              <a:buSzPts val="1100"/>
              <a:buFont typeface="Arial"/>
              <a:buNone/>
            </a:pPr>
            <a:r>
              <a:rPr lang="en"/>
              <a:t>Do all records capture granularity at the same level?</a:t>
            </a:r>
            <a:endParaRPr/>
          </a:p>
          <a:p>
            <a:pPr marL="457200" lvl="0" indent="-330200" algn="l" rtl="0">
              <a:spcBef>
                <a:spcPts val="600"/>
              </a:spcBef>
              <a:spcAft>
                <a:spcPts val="0"/>
              </a:spcAft>
              <a:buSzPts val="1600"/>
              <a:buChar char="●"/>
            </a:pPr>
            <a:r>
              <a:rPr lang="en"/>
              <a:t>Some data will include summaries (aka </a:t>
            </a:r>
            <a:r>
              <a:rPr lang="en" b="1">
                <a:solidFill>
                  <a:schemeClr val="accent4"/>
                </a:solidFill>
                <a:latin typeface="Roboto"/>
                <a:ea typeface="Roboto"/>
                <a:cs typeface="Roboto"/>
                <a:sym typeface="Roboto"/>
              </a:rPr>
              <a:t>rollups</a:t>
            </a:r>
            <a:r>
              <a:rPr lang="en"/>
              <a:t>) as records</a:t>
            </a:r>
            <a:endParaRPr/>
          </a:p>
          <a:p>
            <a:pPr marL="0" lvl="0" indent="0" algn="l" rtl="0">
              <a:spcBef>
                <a:spcPts val="600"/>
              </a:spcBef>
              <a:spcAft>
                <a:spcPts val="0"/>
              </a:spcAft>
              <a:buClr>
                <a:schemeClr val="dk1"/>
              </a:buClr>
              <a:buSzPts val="1100"/>
              <a:buFont typeface="Arial"/>
              <a:buNone/>
            </a:pPr>
            <a:r>
              <a:rPr lang="en"/>
              <a:t>How were the records aggregated?</a:t>
            </a:r>
            <a:endParaRPr/>
          </a:p>
          <a:p>
            <a:pPr marL="457200" lvl="0" indent="-330200" algn="l" rtl="0">
              <a:spcBef>
                <a:spcPts val="600"/>
              </a:spcBef>
              <a:spcAft>
                <a:spcPts val="0"/>
              </a:spcAft>
              <a:buSzPts val="1600"/>
              <a:buChar char="●"/>
            </a:pPr>
            <a:r>
              <a:rPr lang="en"/>
              <a:t>Sampling, averaging, …</a:t>
            </a:r>
            <a:endParaRPr/>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None/>
            </a:pPr>
            <a:endParaRPr/>
          </a:p>
        </p:txBody>
      </p:sp>
      <p:sp>
        <p:nvSpPr>
          <p:cNvPr id="1083" name="Google Shape;1083;p1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1084" name="Google Shape;1084;p171"/>
          <p:cNvSpPr/>
          <p:nvPr/>
        </p:nvSpPr>
        <p:spPr>
          <a:xfrm>
            <a:off x="2621056" y="4207012"/>
            <a:ext cx="3831300" cy="539700"/>
          </a:xfrm>
          <a:prstGeom prst="leftRightArrow">
            <a:avLst>
              <a:gd name="adj1" fmla="val 50000"/>
              <a:gd name="adj2" fmla="val 50000"/>
            </a:avLst>
          </a:prstGeom>
          <a:gradFill>
            <a:gsLst>
              <a:gs pos="0">
                <a:srgbClr val="474747"/>
              </a:gs>
              <a:gs pos="50000">
                <a:schemeClr val="dk1"/>
              </a:gs>
              <a:gs pos="100000">
                <a:schemeClr val="dk1"/>
              </a:gs>
            </a:gsLst>
            <a:lin ang="5400012" scaled="0"/>
          </a:gradFill>
          <a:ln>
            <a:noFill/>
          </a:ln>
          <a:effectLst>
            <a:outerShdw blurRad="57150" dist="19050" dir="5400000" algn="ctr" rotWithShape="0">
              <a:srgbClr val="000000">
                <a:alpha val="6275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nvGrpSpPr>
          <p:cNvPr id="1085" name="Google Shape;1085;p171"/>
          <p:cNvGrpSpPr/>
          <p:nvPr/>
        </p:nvGrpSpPr>
        <p:grpSpPr>
          <a:xfrm>
            <a:off x="628650" y="3216432"/>
            <a:ext cx="2159129" cy="836606"/>
            <a:chOff x="866947" y="3704974"/>
            <a:chExt cx="2878839" cy="1115475"/>
          </a:xfrm>
        </p:grpSpPr>
        <p:sp>
          <p:nvSpPr>
            <p:cNvPr id="1086" name="Google Shape;1086;p171"/>
            <p:cNvSpPr/>
            <p:nvPr/>
          </p:nvSpPr>
          <p:spPr>
            <a:xfrm>
              <a:off x="1034578" y="4073370"/>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5"/>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087" name="Google Shape;1087;p171"/>
            <p:cNvSpPr/>
            <p:nvPr/>
          </p:nvSpPr>
          <p:spPr>
            <a:xfrm>
              <a:off x="2096868" y="4073370"/>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4"/>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088" name="Google Shape;1088;p171"/>
            <p:cNvSpPr/>
            <p:nvPr/>
          </p:nvSpPr>
          <p:spPr>
            <a:xfrm>
              <a:off x="3092540" y="4073370"/>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6"/>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089" name="Google Shape;1089;p171"/>
            <p:cNvSpPr txBox="1"/>
            <p:nvPr/>
          </p:nvSpPr>
          <p:spPr>
            <a:xfrm>
              <a:off x="866947" y="3704974"/>
              <a:ext cx="880500" cy="3693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Roboto Light"/>
                  <a:ea typeface="Roboto Light"/>
                  <a:cs typeface="Roboto Light"/>
                  <a:sym typeface="Roboto Light"/>
                </a:rPr>
                <a:t>Rec. 1</a:t>
              </a:r>
              <a:endParaRPr sz="1100">
                <a:latin typeface="Roboto Light"/>
                <a:ea typeface="Roboto Light"/>
                <a:cs typeface="Roboto Light"/>
                <a:sym typeface="Roboto Light"/>
              </a:endParaRPr>
            </a:p>
          </p:txBody>
        </p:sp>
        <p:sp>
          <p:nvSpPr>
            <p:cNvPr id="1090" name="Google Shape;1090;p171"/>
            <p:cNvSpPr txBox="1"/>
            <p:nvPr/>
          </p:nvSpPr>
          <p:spPr>
            <a:xfrm>
              <a:off x="1866117" y="3704974"/>
              <a:ext cx="880500" cy="3693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Roboto Light"/>
                  <a:ea typeface="Roboto Light"/>
                  <a:cs typeface="Roboto Light"/>
                  <a:sym typeface="Roboto Light"/>
                </a:rPr>
                <a:t>Rec. 2</a:t>
              </a:r>
              <a:endParaRPr sz="1100">
                <a:latin typeface="Roboto Light"/>
                <a:ea typeface="Roboto Light"/>
                <a:cs typeface="Roboto Light"/>
                <a:sym typeface="Roboto Light"/>
              </a:endParaRPr>
            </a:p>
          </p:txBody>
        </p:sp>
        <p:sp>
          <p:nvSpPr>
            <p:cNvPr id="1091" name="Google Shape;1091;p171"/>
            <p:cNvSpPr txBox="1"/>
            <p:nvPr/>
          </p:nvSpPr>
          <p:spPr>
            <a:xfrm>
              <a:off x="2865286" y="3704974"/>
              <a:ext cx="880500" cy="3693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Roboto Light"/>
                  <a:ea typeface="Roboto Light"/>
                  <a:cs typeface="Roboto Light"/>
                  <a:sym typeface="Roboto Light"/>
                </a:rPr>
                <a:t>Rec. 3</a:t>
              </a:r>
              <a:endParaRPr sz="1100">
                <a:latin typeface="Roboto Light"/>
                <a:ea typeface="Roboto Light"/>
                <a:cs typeface="Roboto Light"/>
                <a:sym typeface="Roboto Light"/>
              </a:endParaRPr>
            </a:p>
          </p:txBody>
        </p:sp>
      </p:grpSp>
      <p:grpSp>
        <p:nvGrpSpPr>
          <p:cNvPr id="1092" name="Google Shape;1092;p171"/>
          <p:cNvGrpSpPr/>
          <p:nvPr/>
        </p:nvGrpSpPr>
        <p:grpSpPr>
          <a:xfrm>
            <a:off x="3389090" y="2969206"/>
            <a:ext cx="2569194" cy="1083832"/>
            <a:chOff x="4486574" y="3541039"/>
            <a:chExt cx="3425592" cy="1445110"/>
          </a:xfrm>
        </p:grpSpPr>
        <p:grpSp>
          <p:nvGrpSpPr>
            <p:cNvPr id="1093" name="Google Shape;1093;p171"/>
            <p:cNvGrpSpPr/>
            <p:nvPr/>
          </p:nvGrpSpPr>
          <p:grpSpPr>
            <a:xfrm>
              <a:off x="4499497" y="3979852"/>
              <a:ext cx="768376" cy="934116"/>
              <a:chOff x="4499497" y="4136968"/>
              <a:chExt cx="768376" cy="934116"/>
            </a:xfrm>
          </p:grpSpPr>
          <p:sp>
            <p:nvSpPr>
              <p:cNvPr id="1094" name="Google Shape;1094;p171"/>
              <p:cNvSpPr/>
              <p:nvPr/>
            </p:nvSpPr>
            <p:spPr>
              <a:xfrm>
                <a:off x="4670195" y="4136968"/>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4"/>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095" name="Google Shape;1095;p171"/>
              <p:cNvSpPr/>
              <p:nvPr/>
            </p:nvSpPr>
            <p:spPr>
              <a:xfrm>
                <a:off x="4499497" y="4324005"/>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4"/>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096" name="Google Shape;1096;p171"/>
              <p:cNvSpPr/>
              <p:nvPr/>
            </p:nvSpPr>
            <p:spPr>
              <a:xfrm>
                <a:off x="4822595" y="4289368"/>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4"/>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grpSp>
        <p:grpSp>
          <p:nvGrpSpPr>
            <p:cNvPr id="1097" name="Google Shape;1097;p171"/>
            <p:cNvGrpSpPr/>
            <p:nvPr/>
          </p:nvGrpSpPr>
          <p:grpSpPr>
            <a:xfrm>
              <a:off x="5925929" y="3907670"/>
              <a:ext cx="606206" cy="1078479"/>
              <a:chOff x="5941798" y="4256671"/>
              <a:chExt cx="606206" cy="1078479"/>
            </a:xfrm>
          </p:grpSpPr>
          <p:sp>
            <p:nvSpPr>
              <p:cNvPr id="1098" name="Google Shape;1098;p171"/>
              <p:cNvSpPr/>
              <p:nvPr/>
            </p:nvSpPr>
            <p:spPr>
              <a:xfrm>
                <a:off x="5950326" y="4256671"/>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6"/>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099" name="Google Shape;1099;p171"/>
              <p:cNvSpPr/>
              <p:nvPr/>
            </p:nvSpPr>
            <p:spPr>
              <a:xfrm>
                <a:off x="6102726" y="4409071"/>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6"/>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100" name="Google Shape;1100;p171"/>
              <p:cNvSpPr/>
              <p:nvPr/>
            </p:nvSpPr>
            <p:spPr>
              <a:xfrm>
                <a:off x="5941798" y="4588071"/>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6"/>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grpSp>
        <p:grpSp>
          <p:nvGrpSpPr>
            <p:cNvPr id="1101" name="Google Shape;1101;p171"/>
            <p:cNvGrpSpPr/>
            <p:nvPr/>
          </p:nvGrpSpPr>
          <p:grpSpPr>
            <a:xfrm>
              <a:off x="6921601" y="3909609"/>
              <a:ext cx="990565" cy="1074601"/>
              <a:chOff x="6799630" y="4213998"/>
              <a:chExt cx="990565" cy="1074601"/>
            </a:xfrm>
          </p:grpSpPr>
          <p:sp>
            <p:nvSpPr>
              <p:cNvPr id="1102" name="Google Shape;1102;p171"/>
              <p:cNvSpPr/>
              <p:nvPr/>
            </p:nvSpPr>
            <p:spPr>
              <a:xfrm>
                <a:off x="7078058" y="4213998"/>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rgbClr val="7030A0"/>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103" name="Google Shape;1103;p171"/>
              <p:cNvSpPr/>
              <p:nvPr/>
            </p:nvSpPr>
            <p:spPr>
              <a:xfrm>
                <a:off x="7344917" y="4315971"/>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rgbClr val="7030A0"/>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104" name="Google Shape;1104;p171"/>
              <p:cNvSpPr/>
              <p:nvPr/>
            </p:nvSpPr>
            <p:spPr>
              <a:xfrm>
                <a:off x="6799630" y="4366398"/>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rgbClr val="7030A0"/>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105" name="Google Shape;1105;p171"/>
              <p:cNvSpPr/>
              <p:nvPr/>
            </p:nvSpPr>
            <p:spPr>
              <a:xfrm>
                <a:off x="7089205" y="4541520"/>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rgbClr val="7030A0"/>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grpSp>
        <p:sp>
          <p:nvSpPr>
            <p:cNvPr id="1106" name="Google Shape;1106;p171"/>
            <p:cNvSpPr txBox="1"/>
            <p:nvPr/>
          </p:nvSpPr>
          <p:spPr>
            <a:xfrm>
              <a:off x="4486574" y="3541039"/>
              <a:ext cx="880500" cy="3693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Roboto Light"/>
                  <a:ea typeface="Roboto Light"/>
                  <a:cs typeface="Roboto Light"/>
                  <a:sym typeface="Roboto Light"/>
                </a:rPr>
                <a:t>Rec. 1</a:t>
              </a:r>
              <a:endParaRPr sz="1100">
                <a:latin typeface="Roboto Light"/>
                <a:ea typeface="Roboto Light"/>
                <a:cs typeface="Roboto Light"/>
                <a:sym typeface="Roboto Light"/>
              </a:endParaRPr>
            </a:p>
          </p:txBody>
        </p:sp>
        <p:sp>
          <p:nvSpPr>
            <p:cNvPr id="1107" name="Google Shape;1107;p171"/>
            <p:cNvSpPr txBox="1"/>
            <p:nvPr/>
          </p:nvSpPr>
          <p:spPr>
            <a:xfrm>
              <a:off x="5707832" y="3541039"/>
              <a:ext cx="880500" cy="3693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Roboto Light"/>
                  <a:ea typeface="Roboto Light"/>
                  <a:cs typeface="Roboto Light"/>
                  <a:sym typeface="Roboto Light"/>
                </a:rPr>
                <a:t>Rec. 2</a:t>
              </a:r>
              <a:endParaRPr sz="1100">
                <a:latin typeface="Roboto Light"/>
                <a:ea typeface="Roboto Light"/>
                <a:cs typeface="Roboto Light"/>
                <a:sym typeface="Roboto Light"/>
              </a:endParaRPr>
            </a:p>
          </p:txBody>
        </p:sp>
        <p:sp>
          <p:nvSpPr>
            <p:cNvPr id="1108" name="Google Shape;1108;p171"/>
            <p:cNvSpPr txBox="1"/>
            <p:nvPr/>
          </p:nvSpPr>
          <p:spPr>
            <a:xfrm>
              <a:off x="6982801" y="3541039"/>
              <a:ext cx="880500" cy="3693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Roboto Light"/>
                  <a:ea typeface="Roboto Light"/>
                  <a:cs typeface="Roboto Light"/>
                  <a:sym typeface="Roboto Light"/>
                </a:rPr>
                <a:t>Rec. 3</a:t>
              </a:r>
              <a:endParaRPr sz="1100">
                <a:latin typeface="Roboto Light"/>
                <a:ea typeface="Roboto Light"/>
                <a:cs typeface="Roboto Light"/>
                <a:sym typeface="Roboto Light"/>
              </a:endParaRPr>
            </a:p>
          </p:txBody>
        </p:sp>
      </p:grpSp>
      <p:grpSp>
        <p:nvGrpSpPr>
          <p:cNvPr id="1109" name="Google Shape;1109;p171"/>
          <p:cNvGrpSpPr/>
          <p:nvPr/>
        </p:nvGrpSpPr>
        <p:grpSpPr>
          <a:xfrm>
            <a:off x="6743539" y="2647627"/>
            <a:ext cx="1451225" cy="1405411"/>
            <a:chOff x="9227397" y="3290580"/>
            <a:chExt cx="1934967" cy="1873882"/>
          </a:xfrm>
        </p:grpSpPr>
        <p:grpSp>
          <p:nvGrpSpPr>
            <p:cNvPr id="1110" name="Google Shape;1110;p171"/>
            <p:cNvGrpSpPr/>
            <p:nvPr/>
          </p:nvGrpSpPr>
          <p:grpSpPr>
            <a:xfrm>
              <a:off x="9227397" y="3704974"/>
              <a:ext cx="1934967" cy="1459488"/>
              <a:chOff x="9227397" y="3704974"/>
              <a:chExt cx="1934967" cy="1459488"/>
            </a:xfrm>
          </p:grpSpPr>
          <p:sp>
            <p:nvSpPr>
              <p:cNvPr id="1111" name="Google Shape;1111;p171"/>
              <p:cNvSpPr/>
              <p:nvPr/>
            </p:nvSpPr>
            <p:spPr>
              <a:xfrm>
                <a:off x="9240655" y="3722614"/>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4"/>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112" name="Google Shape;1112;p171"/>
              <p:cNvSpPr/>
              <p:nvPr/>
            </p:nvSpPr>
            <p:spPr>
              <a:xfrm>
                <a:off x="9556551" y="3879240"/>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6"/>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113" name="Google Shape;1113;p171"/>
              <p:cNvSpPr/>
              <p:nvPr/>
            </p:nvSpPr>
            <p:spPr>
              <a:xfrm>
                <a:off x="9719768" y="4057011"/>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6"/>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114" name="Google Shape;1114;p171"/>
              <p:cNvSpPr/>
              <p:nvPr/>
            </p:nvSpPr>
            <p:spPr>
              <a:xfrm>
                <a:off x="9227397" y="4108150"/>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4"/>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115" name="Google Shape;1115;p171"/>
              <p:cNvSpPr/>
              <p:nvPr/>
            </p:nvSpPr>
            <p:spPr>
              <a:xfrm>
                <a:off x="9968745" y="3704974"/>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4"/>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116" name="Google Shape;1116;p171"/>
              <p:cNvSpPr/>
              <p:nvPr/>
            </p:nvSpPr>
            <p:spPr>
              <a:xfrm>
                <a:off x="10717086" y="3868918"/>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6"/>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117" name="Google Shape;1117;p171"/>
              <p:cNvSpPr/>
              <p:nvPr/>
            </p:nvSpPr>
            <p:spPr>
              <a:xfrm>
                <a:off x="10147341" y="3792448"/>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rgbClr val="7030A0"/>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118" name="Google Shape;1118;p171"/>
              <p:cNvSpPr/>
              <p:nvPr/>
            </p:nvSpPr>
            <p:spPr>
              <a:xfrm>
                <a:off x="10412473" y="4078199"/>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rgbClr val="7030A0"/>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119" name="Google Shape;1119;p171"/>
              <p:cNvSpPr/>
              <p:nvPr/>
            </p:nvSpPr>
            <p:spPr>
              <a:xfrm>
                <a:off x="9452772" y="4213998"/>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rgbClr val="7030A0"/>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120" name="Google Shape;1120;p171"/>
              <p:cNvSpPr/>
              <p:nvPr/>
            </p:nvSpPr>
            <p:spPr>
              <a:xfrm>
                <a:off x="9696668" y="4400539"/>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rgbClr val="7030A0"/>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121" name="Google Shape;1121;p171"/>
              <p:cNvSpPr/>
              <p:nvPr/>
            </p:nvSpPr>
            <p:spPr>
              <a:xfrm>
                <a:off x="10638565" y="4417383"/>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6"/>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sp>
            <p:nvSpPr>
              <p:cNvPr id="1122" name="Google Shape;1122;p171"/>
              <p:cNvSpPr/>
              <p:nvPr/>
            </p:nvSpPr>
            <p:spPr>
              <a:xfrm>
                <a:off x="10081143" y="4274714"/>
                <a:ext cx="445278" cy="747079"/>
              </a:xfrm>
              <a:custGeom>
                <a:avLst/>
                <a:gdLst/>
                <a:ahLst/>
                <a:cxnLst/>
                <a:rect l="l" t="t" r="r" b="b"/>
                <a:pathLst>
                  <a:path w="1590278" h="2668139" extrusionOk="0">
                    <a:moveTo>
                      <a:pt x="696459" y="0"/>
                    </a:moveTo>
                    <a:cubicBezTo>
                      <a:pt x="862580" y="0"/>
                      <a:pt x="997248" y="134668"/>
                      <a:pt x="997248" y="300789"/>
                    </a:cubicBezTo>
                    <a:cubicBezTo>
                      <a:pt x="997248" y="425380"/>
                      <a:pt x="921498" y="532278"/>
                      <a:pt x="813540" y="577941"/>
                    </a:cubicBezTo>
                    <a:lnTo>
                      <a:pt x="797770" y="582836"/>
                    </a:lnTo>
                    <a:lnTo>
                      <a:pt x="797770" y="673085"/>
                    </a:lnTo>
                    <a:lnTo>
                      <a:pt x="938304" y="673085"/>
                    </a:lnTo>
                    <a:cubicBezTo>
                      <a:pt x="968274" y="673085"/>
                      <a:pt x="995406" y="685233"/>
                      <a:pt x="1015046" y="704873"/>
                    </a:cubicBezTo>
                    <a:lnTo>
                      <a:pt x="1037967" y="738868"/>
                    </a:lnTo>
                    <a:lnTo>
                      <a:pt x="1060789" y="753442"/>
                    </a:lnTo>
                    <a:lnTo>
                      <a:pt x="1582472" y="1500202"/>
                    </a:lnTo>
                    <a:cubicBezTo>
                      <a:pt x="1596166" y="1519804"/>
                      <a:pt x="1591376" y="1546796"/>
                      <a:pt x="1571774" y="1560490"/>
                    </a:cubicBezTo>
                    <a:lnTo>
                      <a:pt x="1429805" y="1659669"/>
                    </a:lnTo>
                    <a:cubicBezTo>
                      <a:pt x="1410202" y="1673363"/>
                      <a:pt x="1383211" y="1668573"/>
                      <a:pt x="1369517" y="1648971"/>
                    </a:cubicBezTo>
                    <a:lnTo>
                      <a:pt x="1046834" y="1187069"/>
                    </a:lnTo>
                    <a:lnTo>
                      <a:pt x="1046834" y="1713908"/>
                    </a:lnTo>
                    <a:lnTo>
                      <a:pt x="1046834" y="1832245"/>
                    </a:lnTo>
                    <a:lnTo>
                      <a:pt x="1046834" y="2624843"/>
                    </a:lnTo>
                    <a:cubicBezTo>
                      <a:pt x="1046834" y="2648755"/>
                      <a:pt x="1027450" y="2668139"/>
                      <a:pt x="1003538" y="2668139"/>
                    </a:cubicBezTo>
                    <a:lnTo>
                      <a:pt x="830357" y="2668139"/>
                    </a:lnTo>
                    <a:cubicBezTo>
                      <a:pt x="806445" y="2668139"/>
                      <a:pt x="787061" y="2648755"/>
                      <a:pt x="787061" y="2624843"/>
                    </a:cubicBezTo>
                    <a:lnTo>
                      <a:pt x="787061" y="1940775"/>
                    </a:lnTo>
                    <a:lnTo>
                      <a:pt x="655443" y="1940775"/>
                    </a:lnTo>
                    <a:lnTo>
                      <a:pt x="655443" y="2624843"/>
                    </a:lnTo>
                    <a:cubicBezTo>
                      <a:pt x="655443" y="2648755"/>
                      <a:pt x="636059" y="2668139"/>
                      <a:pt x="612147" y="2668139"/>
                    </a:cubicBezTo>
                    <a:lnTo>
                      <a:pt x="438966" y="2668139"/>
                    </a:lnTo>
                    <a:cubicBezTo>
                      <a:pt x="415054" y="2668139"/>
                      <a:pt x="395670" y="2648755"/>
                      <a:pt x="395670" y="2624843"/>
                    </a:cubicBezTo>
                    <a:lnTo>
                      <a:pt x="395670" y="1832245"/>
                    </a:lnTo>
                    <a:lnTo>
                      <a:pt x="395670" y="1713908"/>
                    </a:lnTo>
                    <a:lnTo>
                      <a:pt x="395670" y="1329499"/>
                    </a:lnTo>
                    <a:lnTo>
                      <a:pt x="233765" y="1629191"/>
                    </a:lnTo>
                    <a:cubicBezTo>
                      <a:pt x="222399" y="1650229"/>
                      <a:pt x="196131" y="1658070"/>
                      <a:pt x="175093" y="1646704"/>
                    </a:cubicBezTo>
                    <a:lnTo>
                      <a:pt x="22725" y="1564389"/>
                    </a:lnTo>
                    <a:cubicBezTo>
                      <a:pt x="1687" y="1553024"/>
                      <a:pt x="-6154" y="1526756"/>
                      <a:pt x="5212" y="1505718"/>
                    </a:cubicBezTo>
                    <a:lnTo>
                      <a:pt x="395670" y="782967"/>
                    </a:lnTo>
                    <a:lnTo>
                      <a:pt x="395670" y="781615"/>
                    </a:lnTo>
                    <a:cubicBezTo>
                      <a:pt x="395670" y="721676"/>
                      <a:pt x="444261" y="673085"/>
                      <a:pt x="504200" y="673085"/>
                    </a:cubicBezTo>
                    <a:lnTo>
                      <a:pt x="595147" y="673085"/>
                    </a:lnTo>
                    <a:lnTo>
                      <a:pt x="595147" y="582835"/>
                    </a:lnTo>
                    <a:lnTo>
                      <a:pt x="579378" y="577941"/>
                    </a:lnTo>
                    <a:cubicBezTo>
                      <a:pt x="471421" y="532278"/>
                      <a:pt x="395670" y="425380"/>
                      <a:pt x="395670" y="300789"/>
                    </a:cubicBezTo>
                    <a:cubicBezTo>
                      <a:pt x="395670" y="134668"/>
                      <a:pt x="530338" y="0"/>
                      <a:pt x="696459" y="0"/>
                    </a:cubicBezTo>
                    <a:close/>
                  </a:path>
                </a:pathLst>
              </a:custGeom>
              <a:solidFill>
                <a:schemeClr val="accent4"/>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Roboto Light"/>
                  <a:ea typeface="Roboto Light"/>
                  <a:cs typeface="Roboto Light"/>
                  <a:sym typeface="Roboto Light"/>
                </a:endParaRPr>
              </a:p>
            </p:txBody>
          </p:sp>
        </p:grpSp>
        <p:sp>
          <p:nvSpPr>
            <p:cNvPr id="1123" name="Google Shape;1123;p171"/>
            <p:cNvSpPr txBox="1"/>
            <p:nvPr/>
          </p:nvSpPr>
          <p:spPr>
            <a:xfrm>
              <a:off x="9779508" y="3290580"/>
              <a:ext cx="880500" cy="3693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a:solidFill>
                    <a:schemeClr val="dk1"/>
                  </a:solidFill>
                  <a:latin typeface="Roboto Light"/>
                  <a:ea typeface="Roboto Light"/>
                  <a:cs typeface="Roboto Light"/>
                  <a:sym typeface="Roboto Light"/>
                </a:rPr>
                <a:t>Rec. 1</a:t>
              </a:r>
              <a:endParaRPr sz="1100">
                <a:latin typeface="Roboto Light"/>
                <a:ea typeface="Roboto Light"/>
                <a:cs typeface="Roboto Light"/>
                <a:sym typeface="Roboto Light"/>
              </a:endParaRPr>
            </a:p>
          </p:txBody>
        </p:sp>
      </p:grpSp>
      <p:pic>
        <p:nvPicPr>
          <p:cNvPr id="1124" name="Google Shape;1124;p171"/>
          <p:cNvPicPr preferRelativeResize="0"/>
          <p:nvPr/>
        </p:nvPicPr>
        <p:blipFill>
          <a:blip r:embed="rId3">
            <a:alphaModFix/>
          </a:blip>
          <a:stretch>
            <a:fillRect/>
          </a:stretch>
        </p:blipFill>
        <p:spPr>
          <a:xfrm>
            <a:off x="4861300" y="526397"/>
            <a:ext cx="4253326" cy="1486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8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8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8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8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8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8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29" name="Google Shape;1129;p17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iClicker Poll:</a:t>
            </a:r>
            <a:endParaRPr/>
          </a:p>
        </p:txBody>
      </p:sp>
      <p:sp>
        <p:nvSpPr>
          <p:cNvPr id="1130" name="Google Shape;1130;p1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1131" name="Google Shape;1131;p172"/>
          <p:cNvSpPr txBox="1"/>
          <p:nvPr/>
        </p:nvSpPr>
        <p:spPr>
          <a:xfrm>
            <a:off x="4730750" y="1005425"/>
            <a:ext cx="338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Roboto Light"/>
              <a:ea typeface="Roboto Light"/>
              <a:cs typeface="Roboto Light"/>
              <a:sym typeface="Roboto Light"/>
            </a:endParaRPr>
          </a:p>
        </p:txBody>
      </p:sp>
      <p:sp>
        <p:nvSpPr>
          <p:cNvPr id="1132" name="Google Shape;1132;p172"/>
          <p:cNvSpPr txBox="1"/>
          <p:nvPr/>
        </p:nvSpPr>
        <p:spPr>
          <a:xfrm>
            <a:off x="6043525" y="709750"/>
            <a:ext cx="2790300" cy="437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Roboto Light"/>
                <a:ea typeface="Roboto Light"/>
                <a:cs typeface="Roboto Light"/>
                <a:sym typeface="Roboto Light"/>
              </a:rPr>
              <a:t>Based on the first 5 rows of the DataFrame, what appears to be the granularity of the election dataset?  </a:t>
            </a: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r>
              <a:rPr lang="en" sz="1600">
                <a:solidFill>
                  <a:schemeClr val="dk1"/>
                </a:solidFill>
                <a:latin typeface="Roboto Light"/>
                <a:ea typeface="Roboto Light"/>
                <a:cs typeface="Roboto Light"/>
                <a:sym typeface="Roboto Light"/>
              </a:rPr>
              <a:t>(i.e. each record represents data about a ….)</a:t>
            </a: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r>
              <a:rPr lang="en" sz="1600">
                <a:solidFill>
                  <a:schemeClr val="dk1"/>
                </a:solidFill>
                <a:latin typeface="Roboto Light"/>
                <a:ea typeface="Roboto Light"/>
                <a:cs typeface="Roboto Light"/>
                <a:sym typeface="Roboto Light"/>
              </a:rPr>
              <a:t>A).  Presidential Candidate</a:t>
            </a: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r>
              <a:rPr lang="en" sz="1600">
                <a:solidFill>
                  <a:schemeClr val="dk1"/>
                </a:solidFill>
                <a:latin typeface="Roboto Light"/>
                <a:ea typeface="Roboto Light"/>
                <a:cs typeface="Roboto Light"/>
                <a:sym typeface="Roboto Light"/>
              </a:rPr>
              <a:t>B).  Political Party</a:t>
            </a: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r>
              <a:rPr lang="en" sz="1600">
                <a:solidFill>
                  <a:schemeClr val="dk1"/>
                </a:solidFill>
                <a:latin typeface="Roboto Light"/>
                <a:ea typeface="Roboto Light"/>
                <a:cs typeface="Roboto Light"/>
                <a:sym typeface="Roboto Light"/>
              </a:rPr>
              <a:t>C). Political Party in a Specific Year</a:t>
            </a: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r>
              <a:rPr lang="en" sz="1600">
                <a:solidFill>
                  <a:schemeClr val="dk1"/>
                </a:solidFill>
                <a:latin typeface="Roboto Light"/>
                <a:ea typeface="Roboto Light"/>
                <a:cs typeface="Roboto Light"/>
                <a:sym typeface="Roboto Light"/>
              </a:rPr>
              <a:t>D). Presidential Candidate in a Specific Year</a:t>
            </a: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r>
              <a:rPr lang="en" sz="1600">
                <a:solidFill>
                  <a:schemeClr val="dk1"/>
                </a:solidFill>
                <a:latin typeface="Roboto Light"/>
                <a:ea typeface="Roboto Light"/>
                <a:cs typeface="Roboto Light"/>
                <a:sym typeface="Roboto Light"/>
              </a:rPr>
              <a:t>E). Candidate in a Political Party</a:t>
            </a: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endParaRPr sz="1600">
              <a:solidFill>
                <a:schemeClr val="dk1"/>
              </a:solidFill>
              <a:latin typeface="Roboto Light"/>
              <a:ea typeface="Roboto Light"/>
              <a:cs typeface="Roboto Light"/>
              <a:sym typeface="Roboto Light"/>
            </a:endParaRPr>
          </a:p>
        </p:txBody>
      </p:sp>
      <p:sp>
        <p:nvSpPr>
          <p:cNvPr id="1133" name="Google Shape;1133;p172"/>
          <p:cNvSpPr txBox="1"/>
          <p:nvPr/>
        </p:nvSpPr>
        <p:spPr>
          <a:xfrm>
            <a:off x="339775" y="4113750"/>
            <a:ext cx="44820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Roboto Light"/>
                <a:ea typeface="Roboto Light"/>
                <a:cs typeface="Roboto Light"/>
                <a:sym typeface="Roboto Light"/>
              </a:rPr>
              <a:t>How could we determine the granularity of the whole dataset?  </a:t>
            </a:r>
            <a:endParaRPr sz="1600">
              <a:solidFill>
                <a:schemeClr val="dk1"/>
              </a:solidFill>
              <a:latin typeface="Roboto Light"/>
              <a:ea typeface="Roboto Light"/>
              <a:cs typeface="Roboto Light"/>
              <a:sym typeface="Roboto Light"/>
            </a:endParaRPr>
          </a:p>
        </p:txBody>
      </p:sp>
      <p:pic>
        <p:nvPicPr>
          <p:cNvPr id="1134" name="Google Shape;1134;p172"/>
          <p:cNvPicPr preferRelativeResize="0"/>
          <p:nvPr/>
        </p:nvPicPr>
        <p:blipFill>
          <a:blip r:embed="rId3">
            <a:alphaModFix/>
          </a:blip>
          <a:stretch>
            <a:fillRect/>
          </a:stretch>
        </p:blipFill>
        <p:spPr>
          <a:xfrm>
            <a:off x="103275" y="763575"/>
            <a:ext cx="5738724" cy="228244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8"/>
        <p:cNvGrpSpPr/>
        <p:nvPr/>
      </p:nvGrpSpPr>
      <p:grpSpPr>
        <a:xfrm>
          <a:off x="0" y="0"/>
          <a:ext cx="0" cy="0"/>
          <a:chOff x="0" y="0"/>
          <a:chExt cx="0" cy="0"/>
        </a:xfrm>
      </p:grpSpPr>
      <p:sp>
        <p:nvSpPr>
          <p:cNvPr id="1139" name="Google Shape;1139;p17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iClicker Poll:</a:t>
            </a:r>
            <a:endParaRPr/>
          </a:p>
        </p:txBody>
      </p:sp>
      <p:sp>
        <p:nvSpPr>
          <p:cNvPr id="1140" name="Google Shape;1140;p1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1141" name="Google Shape;1141;p173"/>
          <p:cNvSpPr txBox="1"/>
          <p:nvPr/>
        </p:nvSpPr>
        <p:spPr>
          <a:xfrm>
            <a:off x="4730750" y="1005425"/>
            <a:ext cx="338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Roboto Light"/>
              <a:ea typeface="Roboto Light"/>
              <a:cs typeface="Roboto Light"/>
              <a:sym typeface="Roboto Light"/>
            </a:endParaRPr>
          </a:p>
        </p:txBody>
      </p:sp>
      <p:sp>
        <p:nvSpPr>
          <p:cNvPr id="1142" name="Google Shape;1142;p173"/>
          <p:cNvSpPr txBox="1"/>
          <p:nvPr/>
        </p:nvSpPr>
        <p:spPr>
          <a:xfrm>
            <a:off x="6043525" y="709750"/>
            <a:ext cx="2790300" cy="437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Roboto Light"/>
                <a:ea typeface="Roboto Light"/>
                <a:cs typeface="Roboto Light"/>
                <a:sym typeface="Roboto Light"/>
              </a:rPr>
              <a:t>Based on the first 5 rows of the DataFrame, what appears to be the granularity of the election dataset?  </a:t>
            </a: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r>
              <a:rPr lang="en" sz="1600">
                <a:solidFill>
                  <a:schemeClr val="dk1"/>
                </a:solidFill>
                <a:latin typeface="Roboto Light"/>
                <a:ea typeface="Roboto Light"/>
                <a:cs typeface="Roboto Light"/>
                <a:sym typeface="Roboto Light"/>
              </a:rPr>
              <a:t>(i.e. each record represents data about a ….)</a:t>
            </a: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r>
              <a:rPr lang="en" sz="1600">
                <a:solidFill>
                  <a:schemeClr val="dk1"/>
                </a:solidFill>
                <a:latin typeface="Roboto Light"/>
                <a:ea typeface="Roboto Light"/>
                <a:cs typeface="Roboto Light"/>
                <a:sym typeface="Roboto Light"/>
              </a:rPr>
              <a:t>A).  Presidential Candidate</a:t>
            </a: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r>
              <a:rPr lang="en" sz="1600">
                <a:solidFill>
                  <a:schemeClr val="dk1"/>
                </a:solidFill>
                <a:latin typeface="Roboto Light"/>
                <a:ea typeface="Roboto Light"/>
                <a:cs typeface="Roboto Light"/>
                <a:sym typeface="Roboto Light"/>
              </a:rPr>
              <a:t>B).  Political Party</a:t>
            </a: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r>
              <a:rPr lang="en" sz="1600">
                <a:solidFill>
                  <a:schemeClr val="dk1"/>
                </a:solidFill>
                <a:latin typeface="Roboto Light"/>
                <a:ea typeface="Roboto Light"/>
                <a:cs typeface="Roboto Light"/>
                <a:sym typeface="Roboto Light"/>
              </a:rPr>
              <a:t>C). Political Party in a Specific Year</a:t>
            </a: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r>
              <a:rPr lang="en" sz="1600">
                <a:solidFill>
                  <a:schemeClr val="dk1"/>
                </a:solidFill>
                <a:latin typeface="Roboto Light"/>
                <a:ea typeface="Roboto Light"/>
                <a:cs typeface="Roboto Light"/>
                <a:sym typeface="Roboto Light"/>
              </a:rPr>
              <a:t>D). Presidential Candidate in a specific year</a:t>
            </a: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r>
              <a:rPr lang="en" sz="1600">
                <a:solidFill>
                  <a:schemeClr val="dk1"/>
                </a:solidFill>
                <a:latin typeface="Roboto Light"/>
                <a:ea typeface="Roboto Light"/>
                <a:cs typeface="Roboto Light"/>
                <a:sym typeface="Roboto Light"/>
              </a:rPr>
              <a:t>E). Candidate in a Political Party</a:t>
            </a:r>
            <a:endParaRPr sz="1600">
              <a:solidFill>
                <a:schemeClr val="dk1"/>
              </a:solidFill>
              <a:latin typeface="Roboto Light"/>
              <a:ea typeface="Roboto Light"/>
              <a:cs typeface="Roboto Light"/>
              <a:sym typeface="Roboto Light"/>
            </a:endParaRPr>
          </a:p>
          <a:p>
            <a:pPr marL="0" lvl="0" indent="0" algn="l" rtl="0">
              <a:spcBef>
                <a:spcPts val="0"/>
              </a:spcBef>
              <a:spcAft>
                <a:spcPts val="0"/>
              </a:spcAft>
              <a:buNone/>
            </a:pPr>
            <a:endParaRPr sz="1600">
              <a:solidFill>
                <a:schemeClr val="dk1"/>
              </a:solidFill>
              <a:latin typeface="Roboto Light"/>
              <a:ea typeface="Roboto Light"/>
              <a:cs typeface="Roboto Light"/>
              <a:sym typeface="Roboto Light"/>
            </a:endParaRPr>
          </a:p>
        </p:txBody>
      </p:sp>
      <p:sp>
        <p:nvSpPr>
          <p:cNvPr id="1143" name="Google Shape;1143;p173"/>
          <p:cNvSpPr txBox="1"/>
          <p:nvPr/>
        </p:nvSpPr>
        <p:spPr>
          <a:xfrm>
            <a:off x="339775" y="3307925"/>
            <a:ext cx="50439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Roboto Light"/>
                <a:ea typeface="Roboto Light"/>
                <a:cs typeface="Roboto Light"/>
                <a:sym typeface="Roboto Light"/>
              </a:rPr>
              <a:t>What Pandas functions do we need to use to  determine the granularity of the whole dataset?</a:t>
            </a:r>
            <a:endParaRPr sz="1600">
              <a:solidFill>
                <a:schemeClr val="dk1"/>
              </a:solidFill>
              <a:latin typeface="Roboto Light"/>
              <a:ea typeface="Roboto Light"/>
              <a:cs typeface="Roboto Light"/>
              <a:sym typeface="Roboto Light"/>
            </a:endParaRPr>
          </a:p>
          <a:p>
            <a:pPr marL="457200" lvl="0" indent="-330200" algn="l" rtl="0">
              <a:spcBef>
                <a:spcPts val="0"/>
              </a:spcBef>
              <a:spcAft>
                <a:spcPts val="0"/>
              </a:spcAft>
              <a:buClr>
                <a:schemeClr val="dk1"/>
              </a:buClr>
              <a:buSzPts val="1600"/>
              <a:buFont typeface="Roboto Light"/>
              <a:buChar char="-"/>
            </a:pPr>
            <a:r>
              <a:rPr lang="en" sz="1600">
                <a:solidFill>
                  <a:schemeClr val="dk1"/>
                </a:solidFill>
                <a:latin typeface="Roboto Light"/>
                <a:ea typeface="Roboto Light"/>
                <a:cs typeface="Roboto Light"/>
                <a:sym typeface="Roboto Light"/>
              </a:rPr>
              <a:t>Need to select a subset of column(s) that we think represent granularity</a:t>
            </a:r>
            <a:endParaRPr sz="1600">
              <a:solidFill>
                <a:schemeClr val="dk1"/>
              </a:solidFill>
              <a:latin typeface="Roboto Light"/>
              <a:ea typeface="Roboto Light"/>
              <a:cs typeface="Roboto Light"/>
              <a:sym typeface="Roboto Light"/>
            </a:endParaRPr>
          </a:p>
          <a:p>
            <a:pPr marL="457200" lvl="0" indent="-330200" algn="l" rtl="0">
              <a:spcBef>
                <a:spcPts val="0"/>
              </a:spcBef>
              <a:spcAft>
                <a:spcPts val="0"/>
              </a:spcAft>
              <a:buClr>
                <a:schemeClr val="dk1"/>
              </a:buClr>
              <a:buSzPts val="1600"/>
              <a:buFont typeface="Roboto Light"/>
              <a:buChar char="-"/>
            </a:pPr>
            <a:r>
              <a:rPr lang="en" sz="1600">
                <a:solidFill>
                  <a:schemeClr val="dk1"/>
                </a:solidFill>
                <a:latin typeface="Roboto Light"/>
                <a:ea typeface="Roboto Light"/>
                <a:cs typeface="Roboto Light"/>
                <a:sym typeface="Roboto Light"/>
              </a:rPr>
              <a:t>Need to a way to determine uniqueness of entries in multiple columns</a:t>
            </a:r>
            <a:endParaRPr sz="1600">
              <a:solidFill>
                <a:schemeClr val="dk1"/>
              </a:solidFill>
              <a:latin typeface="Roboto Light"/>
              <a:ea typeface="Roboto Light"/>
              <a:cs typeface="Roboto Light"/>
              <a:sym typeface="Roboto Light"/>
            </a:endParaRPr>
          </a:p>
        </p:txBody>
      </p:sp>
      <p:pic>
        <p:nvPicPr>
          <p:cNvPr id="1144" name="Google Shape;1144;p173"/>
          <p:cNvPicPr preferRelativeResize="0"/>
          <p:nvPr/>
        </p:nvPicPr>
        <p:blipFill>
          <a:blip r:embed="rId3">
            <a:alphaModFix/>
          </a:blip>
          <a:stretch>
            <a:fillRect/>
          </a:stretch>
        </p:blipFill>
        <p:spPr>
          <a:xfrm>
            <a:off x="103275" y="763575"/>
            <a:ext cx="5738724" cy="228244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48"/>
        <p:cNvGrpSpPr/>
        <p:nvPr/>
      </p:nvGrpSpPr>
      <p:grpSpPr>
        <a:xfrm>
          <a:off x="0" y="0"/>
          <a:ext cx="0" cy="0"/>
          <a:chOff x="0" y="0"/>
          <a:chExt cx="0" cy="0"/>
        </a:xfrm>
      </p:grpSpPr>
      <p:sp>
        <p:nvSpPr>
          <p:cNvPr id="1149" name="Google Shape;1149;p174"/>
          <p:cNvSpPr txBox="1">
            <a:spLocks noGrp="1"/>
          </p:cNvSpPr>
          <p:nvPr>
            <p:ph type="body" idx="1"/>
          </p:nvPr>
        </p:nvSpPr>
        <p:spPr>
          <a:xfrm>
            <a:off x="4882900" y="448050"/>
            <a:ext cx="3950100" cy="4124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solidFill>
                  <a:schemeClr val="dk2"/>
                </a:solidFill>
                <a:latin typeface="Roboto"/>
                <a:ea typeface="Roboto"/>
                <a:cs typeface="Roboto"/>
                <a:sym typeface="Roboto"/>
              </a:rPr>
              <a:t>Structure </a:t>
            </a:r>
            <a:r>
              <a:rPr lang="en">
                <a:solidFill>
                  <a:schemeClr val="dk2"/>
                </a:solidFill>
              </a:rPr>
              <a:t>-- the “shape” of a data file</a:t>
            </a:r>
            <a:endParaRPr>
              <a:solidFill>
                <a:schemeClr val="dk2"/>
              </a:solidFill>
            </a:endParaRPr>
          </a:p>
          <a:p>
            <a:pPr marL="0" lvl="0" indent="0" algn="l" rtl="0">
              <a:spcBef>
                <a:spcPts val="600"/>
              </a:spcBef>
              <a:spcAft>
                <a:spcPts val="0"/>
              </a:spcAft>
              <a:buNone/>
            </a:pPr>
            <a:endParaRPr>
              <a:solidFill>
                <a:schemeClr val="dk2"/>
              </a:solidFill>
            </a:endParaRPr>
          </a:p>
          <a:p>
            <a:pPr marL="0" lvl="0" indent="0" algn="l" rtl="0">
              <a:spcBef>
                <a:spcPts val="600"/>
              </a:spcBef>
              <a:spcAft>
                <a:spcPts val="0"/>
              </a:spcAft>
              <a:buNone/>
            </a:pPr>
            <a:r>
              <a:rPr lang="en" b="1">
                <a:solidFill>
                  <a:schemeClr val="dk2"/>
                </a:solidFill>
                <a:latin typeface="Roboto"/>
                <a:ea typeface="Roboto"/>
                <a:cs typeface="Roboto"/>
                <a:sym typeface="Roboto"/>
              </a:rPr>
              <a:t>Granularity</a:t>
            </a:r>
            <a:r>
              <a:rPr lang="en">
                <a:solidFill>
                  <a:schemeClr val="dk2"/>
                </a:solidFill>
              </a:rPr>
              <a:t> -- how fine/coarse is each datum</a:t>
            </a:r>
            <a:endParaRPr>
              <a:solidFill>
                <a:schemeClr val="dk2"/>
              </a:solidFill>
            </a:endParaRPr>
          </a:p>
          <a:p>
            <a:pPr marL="0" lvl="0" indent="0" algn="l" rtl="0">
              <a:spcBef>
                <a:spcPts val="600"/>
              </a:spcBef>
              <a:spcAft>
                <a:spcPts val="0"/>
              </a:spcAft>
              <a:buNone/>
            </a:pPr>
            <a:endParaRPr/>
          </a:p>
          <a:p>
            <a:pPr marL="0" lvl="0" indent="0" algn="l" rtl="0">
              <a:spcBef>
                <a:spcPts val="600"/>
              </a:spcBef>
              <a:spcAft>
                <a:spcPts val="0"/>
              </a:spcAft>
              <a:buNone/>
            </a:pPr>
            <a:r>
              <a:rPr lang="en" b="1">
                <a:latin typeface="Roboto"/>
                <a:ea typeface="Roboto"/>
                <a:cs typeface="Roboto"/>
                <a:sym typeface="Roboto"/>
              </a:rPr>
              <a:t>Scope</a:t>
            </a:r>
            <a:r>
              <a:rPr lang="en"/>
              <a:t> -- how (in)complete is the data</a:t>
            </a:r>
            <a:endParaRPr/>
          </a:p>
          <a:p>
            <a:pPr marL="0" lvl="0" indent="0" algn="l" rtl="0">
              <a:spcBef>
                <a:spcPts val="600"/>
              </a:spcBef>
              <a:spcAft>
                <a:spcPts val="0"/>
              </a:spcAft>
              <a:buNone/>
            </a:pPr>
            <a:endParaRPr/>
          </a:p>
          <a:p>
            <a:pPr marL="0" lvl="0" indent="0" algn="l" rtl="0">
              <a:spcBef>
                <a:spcPts val="600"/>
              </a:spcBef>
              <a:spcAft>
                <a:spcPts val="0"/>
              </a:spcAft>
              <a:buNone/>
            </a:pPr>
            <a:r>
              <a:rPr lang="en" b="1">
                <a:latin typeface="Roboto"/>
                <a:ea typeface="Roboto"/>
                <a:cs typeface="Roboto"/>
                <a:sym typeface="Roboto"/>
              </a:rPr>
              <a:t>Temporality</a:t>
            </a:r>
            <a:r>
              <a:rPr lang="en"/>
              <a:t> -- how is the data situated in time</a:t>
            </a:r>
            <a:endParaRPr/>
          </a:p>
          <a:p>
            <a:pPr marL="0" lvl="0" indent="0" algn="l" rtl="0">
              <a:spcBef>
                <a:spcPts val="600"/>
              </a:spcBef>
              <a:spcAft>
                <a:spcPts val="0"/>
              </a:spcAft>
              <a:buNone/>
            </a:pPr>
            <a:endParaRPr/>
          </a:p>
          <a:p>
            <a:pPr marL="0" lvl="0" indent="0" algn="l" rtl="0">
              <a:spcBef>
                <a:spcPts val="600"/>
              </a:spcBef>
              <a:spcAft>
                <a:spcPts val="0"/>
              </a:spcAft>
              <a:buNone/>
            </a:pPr>
            <a:r>
              <a:rPr lang="en" b="1">
                <a:solidFill>
                  <a:schemeClr val="dk2"/>
                </a:solidFill>
                <a:latin typeface="Roboto"/>
                <a:ea typeface="Roboto"/>
                <a:cs typeface="Roboto"/>
                <a:sym typeface="Roboto"/>
              </a:rPr>
              <a:t>Faithfulness</a:t>
            </a:r>
            <a:r>
              <a:rPr lang="en">
                <a:solidFill>
                  <a:schemeClr val="dk2"/>
                </a:solidFill>
              </a:rPr>
              <a:t> -- how well does the data capture “reality”</a:t>
            </a:r>
            <a:endParaRPr>
              <a:solidFill>
                <a:schemeClr val="dk2"/>
              </a:solidFill>
            </a:endParaRPr>
          </a:p>
        </p:txBody>
      </p:sp>
      <p:sp>
        <p:nvSpPr>
          <p:cNvPr id="1150" name="Google Shape;1150;p174"/>
          <p:cNvSpPr txBox="1"/>
          <p:nvPr/>
        </p:nvSpPr>
        <p:spPr>
          <a:xfrm>
            <a:off x="177925" y="2313850"/>
            <a:ext cx="4038000" cy="2037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600">
                <a:solidFill>
                  <a:srgbClr val="0B5394"/>
                </a:solidFill>
                <a:latin typeface="Roboto Medium"/>
                <a:ea typeface="Roboto Medium"/>
                <a:cs typeface="Roboto Medium"/>
                <a:sym typeface="Roboto Medium"/>
              </a:rPr>
              <a:t>Key Data Properties to Consider in EDA</a:t>
            </a:r>
            <a:endParaRPr sz="3600">
              <a:solidFill>
                <a:srgbClr val="0B5394"/>
              </a:solidFill>
              <a:latin typeface="Roboto Medium"/>
              <a:ea typeface="Roboto Medium"/>
              <a:cs typeface="Roboto Medium"/>
              <a:sym typeface="Roboto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54"/>
        <p:cNvGrpSpPr/>
        <p:nvPr/>
      </p:nvGrpSpPr>
      <p:grpSpPr>
        <a:xfrm>
          <a:off x="0" y="0"/>
          <a:ext cx="0" cy="0"/>
          <a:chOff x="0" y="0"/>
          <a:chExt cx="0" cy="0"/>
        </a:xfrm>
      </p:grpSpPr>
      <p:sp>
        <p:nvSpPr>
          <p:cNvPr id="1155" name="Google Shape;1155;p17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Scope</a:t>
            </a:r>
            <a:endParaRPr/>
          </a:p>
        </p:txBody>
      </p:sp>
      <p:sp>
        <p:nvSpPr>
          <p:cNvPr id="1156" name="Google Shape;1156;p175"/>
          <p:cNvSpPr txBox="1">
            <a:spLocks noGrp="1"/>
          </p:cNvSpPr>
          <p:nvPr>
            <p:ph type="body" idx="1"/>
          </p:nvPr>
        </p:nvSpPr>
        <p:spPr>
          <a:xfrm>
            <a:off x="107048" y="402200"/>
            <a:ext cx="5610600" cy="341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a:t>Will my data be enough to answer my question?</a:t>
            </a:r>
            <a:endParaRPr/>
          </a:p>
          <a:p>
            <a:pPr marL="457200" lvl="0" indent="-330200" algn="l" rtl="0">
              <a:spcBef>
                <a:spcPts val="600"/>
              </a:spcBef>
              <a:spcAft>
                <a:spcPts val="0"/>
              </a:spcAft>
              <a:buSzPts val="1600"/>
              <a:buChar char="●"/>
            </a:pPr>
            <a:r>
              <a:rPr lang="en" b="1">
                <a:latin typeface="Roboto"/>
                <a:ea typeface="Roboto"/>
                <a:cs typeface="Roboto"/>
                <a:sym typeface="Roboto"/>
              </a:rPr>
              <a:t>Example</a:t>
            </a:r>
            <a:r>
              <a:rPr lang="en"/>
              <a:t>: I am interested in studying crime in California but I only have Berkeley crime data.</a:t>
            </a:r>
            <a:endParaRPr/>
          </a:p>
          <a:p>
            <a:pPr marL="457200" lvl="0" indent="-330200" algn="l" rtl="0">
              <a:spcBef>
                <a:spcPts val="0"/>
              </a:spcBef>
              <a:spcAft>
                <a:spcPts val="0"/>
              </a:spcAft>
              <a:buSzPts val="1600"/>
              <a:buChar char="●"/>
            </a:pPr>
            <a:r>
              <a:rPr lang="en" b="1">
                <a:latin typeface="Roboto"/>
                <a:ea typeface="Roboto"/>
                <a:cs typeface="Roboto"/>
                <a:sym typeface="Roboto"/>
              </a:rPr>
              <a:t>Solution</a:t>
            </a:r>
            <a:r>
              <a:rPr lang="en"/>
              <a:t>: collect more data/change research question</a:t>
            </a:r>
            <a:endParaRPr/>
          </a:p>
          <a:p>
            <a:pPr marL="0" lvl="0" indent="0" algn="l" rtl="0">
              <a:spcBef>
                <a:spcPts val="600"/>
              </a:spcBef>
              <a:spcAft>
                <a:spcPts val="0"/>
              </a:spcAft>
              <a:buNone/>
            </a:pPr>
            <a:endParaRPr/>
          </a:p>
          <a:p>
            <a:pPr marL="0" lvl="0" indent="0" algn="l" rtl="0">
              <a:spcBef>
                <a:spcPts val="600"/>
              </a:spcBef>
              <a:spcAft>
                <a:spcPts val="0"/>
              </a:spcAft>
              <a:buClr>
                <a:schemeClr val="dk1"/>
              </a:buClr>
              <a:buSzPts val="1100"/>
              <a:buFont typeface="Arial"/>
              <a:buNone/>
            </a:pPr>
            <a:r>
              <a:rPr lang="en"/>
              <a:t>Is my data too expansive?</a:t>
            </a:r>
            <a:endParaRPr/>
          </a:p>
          <a:p>
            <a:pPr marL="457200" lvl="0" indent="-330200" algn="l" rtl="0">
              <a:spcBef>
                <a:spcPts val="600"/>
              </a:spcBef>
              <a:spcAft>
                <a:spcPts val="0"/>
              </a:spcAft>
              <a:buSzPts val="1600"/>
              <a:buChar char="●"/>
            </a:pPr>
            <a:r>
              <a:rPr lang="en" b="1">
                <a:latin typeface="Roboto"/>
                <a:ea typeface="Roboto"/>
                <a:cs typeface="Roboto"/>
                <a:sym typeface="Roboto"/>
              </a:rPr>
              <a:t>Example</a:t>
            </a:r>
            <a:r>
              <a:rPr lang="en"/>
              <a:t>: I am interested in student grades for Data100 but have student grades for all Data Science classes.</a:t>
            </a:r>
            <a:endParaRPr/>
          </a:p>
          <a:p>
            <a:pPr marL="457200" lvl="0" indent="-330200" algn="l" rtl="0">
              <a:spcBef>
                <a:spcPts val="0"/>
              </a:spcBef>
              <a:spcAft>
                <a:spcPts val="0"/>
              </a:spcAft>
              <a:buSzPts val="1600"/>
              <a:buChar char="●"/>
            </a:pPr>
            <a:r>
              <a:rPr lang="en" b="1">
                <a:latin typeface="Roboto"/>
                <a:ea typeface="Roboto"/>
                <a:cs typeface="Roboto"/>
                <a:sym typeface="Roboto"/>
              </a:rPr>
              <a:t>Solution:</a:t>
            </a:r>
            <a:r>
              <a:rPr lang="en"/>
              <a:t> </a:t>
            </a:r>
            <a:r>
              <a:rPr lang="en" b="1">
                <a:solidFill>
                  <a:schemeClr val="accent4"/>
                </a:solidFill>
                <a:latin typeface="Roboto"/>
                <a:ea typeface="Roboto"/>
                <a:cs typeface="Roboto"/>
                <a:sym typeface="Roboto"/>
              </a:rPr>
              <a:t>Filtering</a:t>
            </a:r>
            <a:r>
              <a:rPr lang="en"/>
              <a:t> ⇒ Implications on sample?</a:t>
            </a:r>
            <a:endParaRPr/>
          </a:p>
          <a:p>
            <a:pPr marL="914400" lvl="1" indent="-330200" algn="l" rtl="0">
              <a:spcBef>
                <a:spcPts val="0"/>
              </a:spcBef>
              <a:spcAft>
                <a:spcPts val="0"/>
              </a:spcAft>
              <a:buSzPts val="1600"/>
              <a:buChar char="○"/>
            </a:pPr>
            <a:r>
              <a:rPr lang="en"/>
              <a:t>If the data is a sample I may have poor coverage after filtering (More on this next week)</a:t>
            </a:r>
            <a:endParaRPr/>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Clr>
                <a:schemeClr val="dk1"/>
              </a:buClr>
              <a:buSzPts val="1100"/>
              <a:buFont typeface="Arial"/>
              <a:buNone/>
            </a:pPr>
            <a:r>
              <a:rPr lang="en"/>
              <a:t>Does my data cover the right time frame?</a:t>
            </a:r>
            <a:endParaRPr/>
          </a:p>
          <a:p>
            <a:pPr marL="457200" lvl="0" indent="-330200" algn="l" rtl="0">
              <a:spcBef>
                <a:spcPts val="600"/>
              </a:spcBef>
              <a:spcAft>
                <a:spcPts val="0"/>
              </a:spcAft>
              <a:buSzPts val="1600"/>
              <a:buChar char="●"/>
            </a:pPr>
            <a:r>
              <a:rPr lang="en"/>
              <a:t>Which brings us to </a:t>
            </a:r>
            <a:r>
              <a:rPr lang="en" b="1">
                <a:latin typeface="Roboto"/>
                <a:ea typeface="Roboto"/>
                <a:cs typeface="Roboto"/>
                <a:sym typeface="Roboto"/>
              </a:rPr>
              <a:t>Temporality</a:t>
            </a:r>
            <a:r>
              <a:rPr lang="en"/>
              <a:t> </a:t>
            </a:r>
            <a:endParaRPr/>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None/>
            </a:pPr>
            <a:endParaRPr/>
          </a:p>
        </p:txBody>
      </p:sp>
      <p:sp>
        <p:nvSpPr>
          <p:cNvPr id="1157" name="Google Shape;1157;p175"/>
          <p:cNvSpPr/>
          <p:nvPr/>
        </p:nvSpPr>
        <p:spPr>
          <a:xfrm>
            <a:off x="5208300" y="3850675"/>
            <a:ext cx="3264000" cy="1032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a:latin typeface="Roboto Light"/>
                <a:ea typeface="Roboto Light"/>
                <a:cs typeface="Roboto Light"/>
                <a:sym typeface="Roboto Light"/>
              </a:rPr>
              <a:t>“Scope” questions are defined by your question/problem and inform if you need better-scoped data.</a:t>
            </a:r>
            <a:endParaRPr sz="1600">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5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5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5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5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5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5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5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5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5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5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61"/>
        <p:cNvGrpSpPr/>
        <p:nvPr/>
      </p:nvGrpSpPr>
      <p:grpSpPr>
        <a:xfrm>
          <a:off x="0" y="0"/>
          <a:ext cx="0" cy="0"/>
          <a:chOff x="0" y="0"/>
          <a:chExt cx="0" cy="0"/>
        </a:xfrm>
      </p:grpSpPr>
      <p:sp>
        <p:nvSpPr>
          <p:cNvPr id="1162" name="Google Shape;1162;p17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Temporality</a:t>
            </a:r>
            <a:endParaRPr/>
          </a:p>
        </p:txBody>
      </p:sp>
      <p:sp>
        <p:nvSpPr>
          <p:cNvPr id="1163" name="Google Shape;1163;p176"/>
          <p:cNvSpPr txBox="1">
            <a:spLocks noGrp="1"/>
          </p:cNvSpPr>
          <p:nvPr>
            <p:ph type="body" idx="1"/>
          </p:nvPr>
        </p:nvSpPr>
        <p:spPr>
          <a:xfrm>
            <a:off x="107050" y="402200"/>
            <a:ext cx="8365500" cy="894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latin typeface="Roboto"/>
                <a:ea typeface="Roboto"/>
                <a:cs typeface="Roboto"/>
                <a:sym typeface="Roboto"/>
              </a:rPr>
              <a:t>Data changes </a:t>
            </a:r>
            <a:r>
              <a:rPr lang="en"/>
              <a:t>– when was the data collected/last updated?</a:t>
            </a:r>
            <a:endParaRPr/>
          </a:p>
          <a:p>
            <a:pPr marL="0" lvl="0" indent="0" algn="l" rtl="0">
              <a:spcBef>
                <a:spcPts val="600"/>
              </a:spcBef>
              <a:spcAft>
                <a:spcPts val="0"/>
              </a:spcAft>
              <a:buNone/>
            </a:pPr>
            <a:r>
              <a:rPr lang="en" b="1">
                <a:latin typeface="Roboto"/>
                <a:ea typeface="Roboto"/>
                <a:cs typeface="Roboto"/>
                <a:sym typeface="Roboto"/>
              </a:rPr>
              <a:t>Periodicity</a:t>
            </a:r>
            <a:r>
              <a:rPr lang="en"/>
              <a:t> — Is there periodicity? Diurnal (24-hr) patterns?</a:t>
            </a:r>
            <a:endParaRPr/>
          </a:p>
        </p:txBody>
      </p:sp>
      <p:sp>
        <p:nvSpPr>
          <p:cNvPr id="1164" name="Google Shape;1164;p176"/>
          <p:cNvSpPr txBox="1"/>
          <p:nvPr/>
        </p:nvSpPr>
        <p:spPr>
          <a:xfrm>
            <a:off x="107050" y="1297075"/>
            <a:ext cx="8365500" cy="1246800"/>
          </a:xfrm>
          <a:prstGeom prst="rect">
            <a:avLst/>
          </a:prstGeom>
          <a:noFill/>
          <a:ln>
            <a:noFill/>
          </a:ln>
        </p:spPr>
        <p:txBody>
          <a:bodyPr spcFirstLastPara="1" wrap="square" lIns="91425" tIns="91425" rIns="91425" bIns="91425" anchor="t" anchorCtr="0">
            <a:spAutoFit/>
          </a:bodyPr>
          <a:lstStyle/>
          <a:p>
            <a:pPr marL="0" lvl="0" indent="0" algn="l" rtl="0">
              <a:spcBef>
                <a:spcPts val="600"/>
              </a:spcBef>
              <a:spcAft>
                <a:spcPts val="0"/>
              </a:spcAft>
              <a:buNone/>
            </a:pPr>
            <a:r>
              <a:rPr lang="en" sz="1600">
                <a:solidFill>
                  <a:schemeClr val="dk1"/>
                </a:solidFill>
                <a:latin typeface="Roboto Light"/>
                <a:ea typeface="Roboto Light"/>
                <a:cs typeface="Roboto Light"/>
                <a:sym typeface="Roboto Light"/>
              </a:rPr>
              <a:t>What is the meaning of the time and date fields? A few options:</a:t>
            </a:r>
            <a:endParaRPr sz="1600">
              <a:solidFill>
                <a:schemeClr val="dk1"/>
              </a:solidFill>
              <a:latin typeface="Roboto Light"/>
              <a:ea typeface="Roboto Light"/>
              <a:cs typeface="Roboto Light"/>
              <a:sym typeface="Roboto Light"/>
            </a:endParaRPr>
          </a:p>
          <a:p>
            <a:pPr marL="457200" lvl="0" indent="-330200" algn="l" rtl="0">
              <a:spcBef>
                <a:spcPts val="600"/>
              </a:spcBef>
              <a:spcAft>
                <a:spcPts val="0"/>
              </a:spcAft>
              <a:buClr>
                <a:schemeClr val="dk1"/>
              </a:buClr>
              <a:buSzPts val="1600"/>
              <a:buFont typeface="Roboto Light"/>
              <a:buChar char="●"/>
            </a:pPr>
            <a:r>
              <a:rPr lang="en" sz="1600">
                <a:solidFill>
                  <a:schemeClr val="dk1"/>
                </a:solidFill>
                <a:latin typeface="Roboto Light"/>
                <a:ea typeface="Roboto Light"/>
                <a:cs typeface="Roboto Light"/>
                <a:sym typeface="Roboto Light"/>
              </a:rPr>
              <a:t>When the “event” happened?</a:t>
            </a:r>
            <a:endParaRPr sz="1600">
              <a:solidFill>
                <a:schemeClr val="dk1"/>
              </a:solidFill>
              <a:latin typeface="Roboto Light"/>
              <a:ea typeface="Roboto Light"/>
              <a:cs typeface="Roboto Light"/>
              <a:sym typeface="Roboto Light"/>
            </a:endParaRPr>
          </a:p>
          <a:p>
            <a:pPr marL="457200" lvl="0" indent="-330200" algn="l" rtl="0">
              <a:spcBef>
                <a:spcPts val="0"/>
              </a:spcBef>
              <a:spcAft>
                <a:spcPts val="0"/>
              </a:spcAft>
              <a:buClr>
                <a:schemeClr val="dk1"/>
              </a:buClr>
              <a:buSzPts val="1600"/>
              <a:buFont typeface="Roboto Light"/>
              <a:buChar char="●"/>
            </a:pPr>
            <a:r>
              <a:rPr lang="en" sz="1600">
                <a:solidFill>
                  <a:schemeClr val="dk1"/>
                </a:solidFill>
                <a:latin typeface="Roboto Light"/>
                <a:ea typeface="Roboto Light"/>
                <a:cs typeface="Roboto Light"/>
                <a:sym typeface="Roboto Light"/>
              </a:rPr>
              <a:t>When the data was collected or was entered into the system?</a:t>
            </a:r>
            <a:endParaRPr sz="1600">
              <a:solidFill>
                <a:schemeClr val="dk1"/>
              </a:solidFill>
              <a:latin typeface="Roboto Light"/>
              <a:ea typeface="Roboto Light"/>
              <a:cs typeface="Roboto Light"/>
              <a:sym typeface="Roboto Light"/>
            </a:endParaRPr>
          </a:p>
          <a:p>
            <a:pPr marL="457200" lvl="0" indent="-330200" algn="l" rtl="0">
              <a:spcBef>
                <a:spcPts val="0"/>
              </a:spcBef>
              <a:spcAft>
                <a:spcPts val="0"/>
              </a:spcAft>
              <a:buClr>
                <a:schemeClr val="dk1"/>
              </a:buClr>
              <a:buSzPts val="1600"/>
              <a:buFont typeface="Roboto Light"/>
              <a:buChar char="●"/>
            </a:pPr>
            <a:r>
              <a:rPr lang="en" sz="1600">
                <a:solidFill>
                  <a:schemeClr val="dk1"/>
                </a:solidFill>
                <a:latin typeface="Roboto Light"/>
                <a:ea typeface="Roboto Light"/>
                <a:cs typeface="Roboto Light"/>
                <a:sym typeface="Roboto Light"/>
              </a:rPr>
              <a:t>Date the data was copied into a database? (look for many matching timestamps)</a:t>
            </a:r>
            <a:endParaRPr/>
          </a:p>
        </p:txBody>
      </p:sp>
      <p:sp>
        <p:nvSpPr>
          <p:cNvPr id="1165" name="Google Shape;1165;p176"/>
          <p:cNvSpPr txBox="1"/>
          <p:nvPr/>
        </p:nvSpPr>
        <p:spPr>
          <a:xfrm>
            <a:off x="107050" y="3676675"/>
            <a:ext cx="8365500" cy="754200"/>
          </a:xfrm>
          <a:prstGeom prst="rect">
            <a:avLst/>
          </a:prstGeom>
          <a:noFill/>
          <a:ln>
            <a:noFill/>
          </a:ln>
        </p:spPr>
        <p:txBody>
          <a:bodyPr spcFirstLastPara="1" wrap="square" lIns="91425" tIns="91425" rIns="91425" bIns="91425" anchor="t" anchorCtr="0">
            <a:spAutoFit/>
          </a:bodyPr>
          <a:lstStyle/>
          <a:p>
            <a:pPr marL="0" lvl="0" indent="0" algn="l" rtl="0">
              <a:spcBef>
                <a:spcPts val="600"/>
              </a:spcBef>
              <a:spcAft>
                <a:spcPts val="0"/>
              </a:spcAft>
              <a:buNone/>
            </a:pPr>
            <a:r>
              <a:rPr lang="en" sz="1600">
                <a:solidFill>
                  <a:schemeClr val="dk1"/>
                </a:solidFill>
                <a:latin typeface="Roboto Light"/>
                <a:ea typeface="Roboto Light"/>
                <a:cs typeface="Roboto Light"/>
                <a:sym typeface="Roboto Light"/>
              </a:rPr>
              <a:t>Are there strange null values?</a:t>
            </a:r>
            <a:endParaRPr sz="1600">
              <a:solidFill>
                <a:schemeClr val="dk1"/>
              </a:solidFill>
              <a:latin typeface="Roboto Light"/>
              <a:ea typeface="Roboto Light"/>
              <a:cs typeface="Roboto Light"/>
              <a:sym typeface="Roboto Light"/>
            </a:endParaRPr>
          </a:p>
          <a:p>
            <a:pPr marL="457200" lvl="0" indent="-330200" algn="l" rtl="0">
              <a:spcBef>
                <a:spcPts val="600"/>
              </a:spcBef>
              <a:spcAft>
                <a:spcPts val="0"/>
              </a:spcAft>
              <a:buClr>
                <a:schemeClr val="dk1"/>
              </a:buClr>
              <a:buSzPts val="1600"/>
              <a:buFont typeface="Roboto Light"/>
              <a:buChar char="●"/>
            </a:pPr>
            <a:r>
              <a:rPr lang="en" sz="1600">
                <a:solidFill>
                  <a:schemeClr val="dk1"/>
                </a:solidFill>
                <a:latin typeface="Roboto Light"/>
                <a:ea typeface="Roboto Light"/>
                <a:cs typeface="Roboto Light"/>
                <a:sym typeface="Roboto Light"/>
              </a:rPr>
              <a:t>E.g., </a:t>
            </a:r>
            <a:r>
              <a:rPr lang="en" sz="1600" b="1">
                <a:solidFill>
                  <a:schemeClr val="accent4"/>
                </a:solidFill>
                <a:latin typeface="Roboto"/>
                <a:ea typeface="Roboto"/>
                <a:cs typeface="Roboto"/>
                <a:sym typeface="Roboto"/>
              </a:rPr>
              <a:t>January 1st 1970</a:t>
            </a:r>
            <a:r>
              <a:rPr lang="en" sz="1600">
                <a:solidFill>
                  <a:schemeClr val="dk1"/>
                </a:solidFill>
                <a:latin typeface="Roboto Light"/>
                <a:ea typeface="Roboto Light"/>
                <a:cs typeface="Roboto Light"/>
                <a:sym typeface="Roboto Light"/>
              </a:rPr>
              <a:t>, January 1st 1900…?</a:t>
            </a:r>
            <a:endParaRPr/>
          </a:p>
        </p:txBody>
      </p:sp>
      <p:sp>
        <p:nvSpPr>
          <p:cNvPr id="1166" name="Google Shape;1166;p176"/>
          <p:cNvSpPr txBox="1"/>
          <p:nvPr/>
        </p:nvSpPr>
        <p:spPr>
          <a:xfrm>
            <a:off x="83050" y="2610025"/>
            <a:ext cx="8413500" cy="1000500"/>
          </a:xfrm>
          <a:prstGeom prst="rect">
            <a:avLst/>
          </a:prstGeom>
          <a:noFill/>
          <a:ln>
            <a:noFill/>
          </a:ln>
        </p:spPr>
        <p:txBody>
          <a:bodyPr spcFirstLastPara="1" wrap="square" lIns="91425" tIns="91425" rIns="91425" bIns="91425" anchor="t" anchorCtr="0">
            <a:spAutoFit/>
          </a:bodyPr>
          <a:lstStyle/>
          <a:p>
            <a:pPr marL="0" lvl="0" indent="0" algn="l" rtl="0">
              <a:spcBef>
                <a:spcPts val="600"/>
              </a:spcBef>
              <a:spcAft>
                <a:spcPts val="0"/>
              </a:spcAft>
              <a:buNone/>
            </a:pPr>
            <a:r>
              <a:rPr lang="en" sz="1600">
                <a:solidFill>
                  <a:schemeClr val="dk1"/>
                </a:solidFill>
                <a:latin typeface="Roboto Light"/>
                <a:ea typeface="Roboto Light"/>
                <a:cs typeface="Roboto Light"/>
                <a:sym typeface="Roboto Light"/>
              </a:rPr>
              <a:t>Time depends on where! (</a:t>
            </a:r>
            <a:r>
              <a:rPr lang="en" sz="1600" b="1">
                <a:solidFill>
                  <a:schemeClr val="accent3"/>
                </a:solidFill>
                <a:latin typeface="Roboto"/>
                <a:ea typeface="Roboto"/>
                <a:cs typeface="Roboto"/>
                <a:sym typeface="Roboto"/>
              </a:rPr>
              <a:t>time zones</a:t>
            </a:r>
            <a:r>
              <a:rPr lang="en" sz="1600">
                <a:solidFill>
                  <a:schemeClr val="accent3"/>
                </a:solidFill>
                <a:latin typeface="Roboto Light"/>
                <a:ea typeface="Roboto Light"/>
                <a:cs typeface="Roboto Light"/>
                <a:sym typeface="Roboto Light"/>
              </a:rPr>
              <a:t> </a:t>
            </a:r>
            <a:r>
              <a:rPr lang="en" sz="1600">
                <a:solidFill>
                  <a:schemeClr val="dk1"/>
                </a:solidFill>
                <a:latin typeface="Roboto Light"/>
                <a:ea typeface="Roboto Light"/>
                <a:cs typeface="Roboto Light"/>
                <a:sym typeface="Roboto Light"/>
              </a:rPr>
              <a:t>&amp; daylight savings)</a:t>
            </a:r>
            <a:endParaRPr sz="1600">
              <a:solidFill>
                <a:schemeClr val="dk1"/>
              </a:solidFill>
              <a:latin typeface="Roboto Light"/>
              <a:ea typeface="Roboto Light"/>
              <a:cs typeface="Roboto Light"/>
              <a:sym typeface="Roboto Light"/>
            </a:endParaRPr>
          </a:p>
          <a:p>
            <a:pPr marL="457200" lvl="0" indent="-330200" algn="l" rtl="0">
              <a:spcBef>
                <a:spcPts val="600"/>
              </a:spcBef>
              <a:spcAft>
                <a:spcPts val="0"/>
              </a:spcAft>
              <a:buClr>
                <a:schemeClr val="dk1"/>
              </a:buClr>
              <a:buSzPts val="1600"/>
              <a:buFont typeface="Roboto Light"/>
              <a:buChar char="●"/>
            </a:pPr>
            <a:r>
              <a:rPr lang="en" sz="1600">
                <a:solidFill>
                  <a:schemeClr val="dk1"/>
                </a:solidFill>
                <a:latin typeface="Roboto Light"/>
                <a:ea typeface="Roboto Light"/>
                <a:cs typeface="Roboto Light"/>
                <a:sym typeface="Roboto Light"/>
              </a:rPr>
              <a:t>Learn to use </a:t>
            </a:r>
            <a:r>
              <a:rPr lang="en" sz="1600">
                <a:solidFill>
                  <a:schemeClr val="dk1"/>
                </a:solidFill>
                <a:latin typeface="Roboto Mono"/>
                <a:ea typeface="Roboto Mono"/>
                <a:cs typeface="Roboto Mono"/>
                <a:sym typeface="Roboto Mono"/>
              </a:rPr>
              <a:t>datetime</a:t>
            </a:r>
            <a:r>
              <a:rPr lang="en" sz="1600">
                <a:solidFill>
                  <a:schemeClr val="dk1"/>
                </a:solidFill>
                <a:latin typeface="Roboto Light"/>
                <a:ea typeface="Roboto Light"/>
                <a:cs typeface="Roboto Light"/>
                <a:sym typeface="Roboto Light"/>
              </a:rPr>
              <a:t> Python library and Pandas </a:t>
            </a:r>
            <a:r>
              <a:rPr lang="en" sz="1600">
                <a:solidFill>
                  <a:schemeClr val="dk1"/>
                </a:solidFill>
                <a:latin typeface="Roboto Mono"/>
                <a:ea typeface="Roboto Mono"/>
                <a:cs typeface="Roboto Mono"/>
                <a:sym typeface="Roboto Mono"/>
              </a:rPr>
              <a:t>dt</a:t>
            </a:r>
            <a:r>
              <a:rPr lang="en" sz="1600">
                <a:solidFill>
                  <a:schemeClr val="dk1"/>
                </a:solidFill>
                <a:latin typeface="Roboto Light"/>
                <a:ea typeface="Roboto Light"/>
                <a:cs typeface="Roboto Light"/>
                <a:sym typeface="Roboto Light"/>
              </a:rPr>
              <a:t> accessors</a:t>
            </a:r>
            <a:endParaRPr sz="1600">
              <a:solidFill>
                <a:schemeClr val="dk1"/>
              </a:solidFill>
              <a:latin typeface="Roboto Light"/>
              <a:ea typeface="Roboto Light"/>
              <a:cs typeface="Roboto Light"/>
              <a:sym typeface="Roboto Light"/>
            </a:endParaRPr>
          </a:p>
          <a:p>
            <a:pPr marL="457200" lvl="0" indent="-330200" algn="l" rtl="0">
              <a:spcBef>
                <a:spcPts val="0"/>
              </a:spcBef>
              <a:spcAft>
                <a:spcPts val="0"/>
              </a:spcAft>
              <a:buClr>
                <a:schemeClr val="dk1"/>
              </a:buClr>
              <a:buSzPts val="1600"/>
              <a:buFont typeface="Roboto Light"/>
              <a:buChar char="●"/>
            </a:pPr>
            <a:r>
              <a:rPr lang="en" sz="1600">
                <a:solidFill>
                  <a:schemeClr val="dk1"/>
                </a:solidFill>
                <a:latin typeface="Roboto Light"/>
                <a:ea typeface="Roboto Light"/>
                <a:cs typeface="Roboto Light"/>
                <a:sym typeface="Roboto Light"/>
              </a:rPr>
              <a:t>Regions have different datestring representations: 07/08/09?</a:t>
            </a:r>
            <a:endParaRPr/>
          </a:p>
        </p:txBody>
      </p:sp>
      <p:sp>
        <p:nvSpPr>
          <p:cNvPr id="1167" name="Google Shape;1167;p176"/>
          <p:cNvSpPr/>
          <p:nvPr/>
        </p:nvSpPr>
        <p:spPr>
          <a:xfrm>
            <a:off x="1754500" y="4458475"/>
            <a:ext cx="505800" cy="247800"/>
          </a:xfrm>
          <a:prstGeom prst="upArrow">
            <a:avLst>
              <a:gd name="adj1" fmla="val 50000"/>
              <a:gd name="adj2"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6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sp>
        <p:nvSpPr>
          <p:cNvPr id="1172" name="Google Shape;1172;p17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Temporality: Unix / POSIX Time</a:t>
            </a:r>
            <a:endParaRPr/>
          </a:p>
        </p:txBody>
      </p:sp>
      <p:sp>
        <p:nvSpPr>
          <p:cNvPr id="1173" name="Google Shape;1173;p177"/>
          <p:cNvSpPr txBox="1">
            <a:spLocks noGrp="1"/>
          </p:cNvSpPr>
          <p:nvPr>
            <p:ph type="body" idx="1"/>
          </p:nvPr>
        </p:nvSpPr>
        <p:spPr>
          <a:xfrm>
            <a:off x="107044" y="402200"/>
            <a:ext cx="8520600" cy="34164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chemeClr val="dk1"/>
              </a:buClr>
              <a:buSzPts val="1100"/>
              <a:buFont typeface="Arial"/>
              <a:buNone/>
            </a:pPr>
            <a:r>
              <a:rPr lang="en"/>
              <a:t>Time measured in seconds since </a:t>
            </a:r>
            <a:r>
              <a:rPr lang="en" b="1">
                <a:solidFill>
                  <a:schemeClr val="accent4"/>
                </a:solidFill>
                <a:latin typeface="Roboto"/>
                <a:ea typeface="Roboto"/>
                <a:cs typeface="Roboto"/>
                <a:sym typeface="Roboto"/>
              </a:rPr>
              <a:t>January 1st 1970 UTC</a:t>
            </a:r>
            <a:endParaRPr b="1">
              <a:solidFill>
                <a:schemeClr val="accent4"/>
              </a:solidFill>
              <a:latin typeface="Roboto"/>
              <a:ea typeface="Roboto"/>
              <a:cs typeface="Roboto"/>
              <a:sym typeface="Roboto"/>
            </a:endParaRPr>
          </a:p>
          <a:p>
            <a:pPr marL="457200" lvl="0" indent="-330200" algn="l" rtl="0">
              <a:lnSpc>
                <a:spcPct val="115000"/>
              </a:lnSpc>
              <a:spcBef>
                <a:spcPts val="600"/>
              </a:spcBef>
              <a:spcAft>
                <a:spcPts val="0"/>
              </a:spcAft>
              <a:buSzPts val="1600"/>
              <a:buChar char="●"/>
            </a:pPr>
            <a:r>
              <a:rPr lang="en"/>
              <a:t>Minus leap seconds …</a:t>
            </a:r>
            <a:endParaRPr/>
          </a:p>
          <a:p>
            <a:pPr marL="0" lvl="0" indent="0" algn="l" rtl="0">
              <a:lnSpc>
                <a:spcPct val="115000"/>
              </a:lnSpc>
              <a:spcBef>
                <a:spcPts val="600"/>
              </a:spcBef>
              <a:spcAft>
                <a:spcPts val="0"/>
              </a:spcAft>
              <a:buNone/>
            </a:pPr>
            <a:r>
              <a:rPr lang="en"/>
              <a:t>UTC is Coordinated Universal Time</a:t>
            </a:r>
            <a:endParaRPr/>
          </a:p>
          <a:p>
            <a:pPr marL="457200" lvl="0" indent="-330200" algn="l" rtl="0">
              <a:lnSpc>
                <a:spcPct val="115000"/>
              </a:lnSpc>
              <a:spcBef>
                <a:spcPts val="600"/>
              </a:spcBef>
              <a:spcAft>
                <a:spcPts val="0"/>
              </a:spcAft>
              <a:buSzPts val="1600"/>
              <a:buChar char="●"/>
            </a:pPr>
            <a:r>
              <a:rPr lang="en"/>
              <a:t>International time standard </a:t>
            </a:r>
            <a:endParaRPr/>
          </a:p>
          <a:p>
            <a:pPr marL="457200" lvl="0" indent="-330200" algn="l" rtl="0">
              <a:lnSpc>
                <a:spcPct val="115000"/>
              </a:lnSpc>
              <a:spcBef>
                <a:spcPts val="0"/>
              </a:spcBef>
              <a:spcAft>
                <a:spcPts val="0"/>
              </a:spcAft>
              <a:buSzPts val="1600"/>
              <a:buChar char="●"/>
            </a:pPr>
            <a:r>
              <a:rPr lang="en"/>
              <a:t>Measured at 0 degrees latitude </a:t>
            </a:r>
            <a:endParaRPr/>
          </a:p>
          <a:p>
            <a:pPr marL="914400" lvl="1" indent="-330200" algn="l" rtl="0">
              <a:lnSpc>
                <a:spcPct val="115000"/>
              </a:lnSpc>
              <a:spcBef>
                <a:spcPts val="0"/>
              </a:spcBef>
              <a:spcAft>
                <a:spcPts val="0"/>
              </a:spcAft>
              <a:buSzPts val="1600"/>
              <a:buChar char="○"/>
            </a:pPr>
            <a:r>
              <a:rPr lang="en"/>
              <a:t>Similar to Greenwich Mean Time (GMT)</a:t>
            </a:r>
            <a:endParaRPr/>
          </a:p>
          <a:p>
            <a:pPr marL="457200" lvl="0" indent="-330200" algn="l" rtl="0">
              <a:lnSpc>
                <a:spcPct val="115000"/>
              </a:lnSpc>
              <a:spcBef>
                <a:spcPts val="0"/>
              </a:spcBef>
              <a:spcAft>
                <a:spcPts val="0"/>
              </a:spcAft>
              <a:buSzPts val="1600"/>
              <a:buChar char="●"/>
            </a:pPr>
            <a:r>
              <a:rPr lang="en"/>
              <a:t>No daylight savings  </a:t>
            </a:r>
            <a:endParaRPr/>
          </a:p>
          <a:p>
            <a:pPr marL="0" lvl="0" indent="0" algn="l" rtl="0">
              <a:lnSpc>
                <a:spcPct val="115000"/>
              </a:lnSpc>
              <a:spcBef>
                <a:spcPts val="600"/>
              </a:spcBef>
              <a:spcAft>
                <a:spcPts val="0"/>
              </a:spcAft>
              <a:buClr>
                <a:schemeClr val="dk1"/>
              </a:buClr>
              <a:buSzPts val="1100"/>
              <a:buFont typeface="Arial"/>
              <a:buNone/>
            </a:pPr>
            <a:r>
              <a:rPr lang="en"/>
              <a:t>Time Zones:</a:t>
            </a:r>
            <a:endParaRPr/>
          </a:p>
          <a:p>
            <a:pPr marL="457200" lvl="0" indent="-330200" algn="l" rtl="0">
              <a:lnSpc>
                <a:spcPct val="115000"/>
              </a:lnSpc>
              <a:spcBef>
                <a:spcPts val="600"/>
              </a:spcBef>
              <a:spcAft>
                <a:spcPts val="0"/>
              </a:spcAft>
              <a:buSzPts val="1600"/>
              <a:buChar char="●"/>
            </a:pPr>
            <a:r>
              <a:rPr lang="en"/>
              <a:t>San Francisco (</a:t>
            </a:r>
            <a:r>
              <a:rPr lang="en" b="1">
                <a:latin typeface="Roboto"/>
                <a:ea typeface="Roboto"/>
                <a:cs typeface="Roboto"/>
                <a:sym typeface="Roboto"/>
              </a:rPr>
              <a:t>UTC-7</a:t>
            </a:r>
            <a:r>
              <a:rPr lang="en"/>
              <a:t>) with daylight savings</a:t>
            </a:r>
            <a:endParaRPr/>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None/>
            </a:pPr>
            <a:endParaRPr/>
          </a:p>
        </p:txBody>
      </p:sp>
      <p:sp>
        <p:nvSpPr>
          <p:cNvPr id="1174" name="Google Shape;1174;p177"/>
          <p:cNvSpPr/>
          <p:nvPr/>
        </p:nvSpPr>
        <p:spPr>
          <a:xfrm>
            <a:off x="85724" y="4701850"/>
            <a:ext cx="50157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400" u="sng">
                <a:solidFill>
                  <a:schemeClr val="hlink"/>
                </a:solidFill>
                <a:latin typeface="Roboto Light"/>
                <a:ea typeface="Roboto Light"/>
                <a:cs typeface="Roboto Light"/>
                <a:sym typeface="Roboto Light"/>
                <a:hlinkClick r:id="rId3"/>
              </a:rPr>
              <a:t>https://en.wikipedia.org/wiki/Coordinated_Universal_Time</a:t>
            </a:r>
            <a:r>
              <a:rPr lang="en" sz="1400">
                <a:solidFill>
                  <a:schemeClr val="dk1"/>
                </a:solidFill>
                <a:latin typeface="Roboto Light"/>
                <a:ea typeface="Roboto Light"/>
                <a:cs typeface="Roboto Light"/>
                <a:sym typeface="Roboto Light"/>
              </a:rPr>
              <a:t> </a:t>
            </a:r>
            <a:endParaRPr sz="1400">
              <a:solidFill>
                <a:schemeClr val="dk1"/>
              </a:solidFill>
              <a:latin typeface="Roboto Light"/>
              <a:ea typeface="Roboto Light"/>
              <a:cs typeface="Roboto Light"/>
              <a:sym typeface="Roboto Light"/>
            </a:endParaRPr>
          </a:p>
        </p:txBody>
      </p:sp>
      <p:pic>
        <p:nvPicPr>
          <p:cNvPr id="1175" name="Google Shape;1175;p177"/>
          <p:cNvPicPr preferRelativeResize="0"/>
          <p:nvPr/>
        </p:nvPicPr>
        <p:blipFill rotWithShape="1">
          <a:blip r:embed="rId4">
            <a:alphaModFix/>
          </a:blip>
          <a:srcRect/>
          <a:stretch/>
        </p:blipFill>
        <p:spPr>
          <a:xfrm>
            <a:off x="5334343" y="2571753"/>
            <a:ext cx="3633108" cy="1925547"/>
          </a:xfrm>
          <a:prstGeom prst="rect">
            <a:avLst/>
          </a:prstGeom>
          <a:noFill/>
          <a:ln>
            <a:noFill/>
          </a:ln>
        </p:spPr>
      </p:pic>
      <p:sp>
        <p:nvSpPr>
          <p:cNvPr id="1176" name="Google Shape;1176;p177"/>
          <p:cNvSpPr txBox="1"/>
          <p:nvPr/>
        </p:nvSpPr>
        <p:spPr>
          <a:xfrm>
            <a:off x="5755550" y="1094600"/>
            <a:ext cx="3388500" cy="708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latin typeface="Roboto Light"/>
                <a:ea typeface="Roboto Light"/>
                <a:cs typeface="Roboto Light"/>
                <a:sym typeface="Roboto Light"/>
              </a:rPr>
              <a:t>Jun 27, 2023 5:00pm PDT</a:t>
            </a:r>
            <a:endParaRPr sz="1700">
              <a:latin typeface="Roboto Light"/>
              <a:ea typeface="Roboto Light"/>
              <a:cs typeface="Roboto Light"/>
              <a:sym typeface="Roboto Light"/>
            </a:endParaRPr>
          </a:p>
          <a:p>
            <a:pPr marL="0" lvl="0" indent="0" algn="l" rtl="0">
              <a:spcBef>
                <a:spcPts val="0"/>
              </a:spcBef>
              <a:spcAft>
                <a:spcPts val="0"/>
              </a:spcAft>
              <a:buNone/>
            </a:pPr>
            <a:r>
              <a:rPr lang="en" sz="1700">
                <a:latin typeface="Roboto Mono Medium"/>
                <a:ea typeface="Roboto Mono Medium"/>
                <a:cs typeface="Roboto Mono Medium"/>
                <a:sym typeface="Roboto Mono Medium"/>
              </a:rPr>
              <a:t>1687910400</a:t>
            </a:r>
            <a:endParaRPr sz="1700">
              <a:latin typeface="Roboto Mono Medium"/>
              <a:ea typeface="Roboto Mono Medium"/>
              <a:cs typeface="Roboto Mono Medium"/>
              <a:sym typeface="Roboto Mono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80"/>
        <p:cNvGrpSpPr/>
        <p:nvPr/>
      </p:nvGrpSpPr>
      <p:grpSpPr>
        <a:xfrm>
          <a:off x="0" y="0"/>
          <a:ext cx="0" cy="0"/>
          <a:chOff x="0" y="0"/>
          <a:chExt cx="0" cy="0"/>
        </a:xfrm>
      </p:grpSpPr>
      <p:sp>
        <p:nvSpPr>
          <p:cNvPr id="1181" name="Google Shape;1181;p178"/>
          <p:cNvSpPr txBox="1">
            <a:spLocks noGrp="1"/>
          </p:cNvSpPr>
          <p:nvPr>
            <p:ph type="body" idx="1"/>
          </p:nvPr>
        </p:nvSpPr>
        <p:spPr>
          <a:xfrm>
            <a:off x="4882900" y="448050"/>
            <a:ext cx="3950100" cy="4124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b="1">
                <a:solidFill>
                  <a:schemeClr val="dk2"/>
                </a:solidFill>
                <a:latin typeface="Roboto"/>
                <a:ea typeface="Roboto"/>
                <a:cs typeface="Roboto"/>
                <a:sym typeface="Roboto"/>
              </a:rPr>
              <a:t>Structure </a:t>
            </a:r>
            <a:r>
              <a:rPr lang="en">
                <a:solidFill>
                  <a:schemeClr val="dk2"/>
                </a:solidFill>
              </a:rPr>
              <a:t>-- the “shape” of a data file</a:t>
            </a:r>
            <a:endParaRPr>
              <a:solidFill>
                <a:schemeClr val="dk2"/>
              </a:solidFill>
            </a:endParaRPr>
          </a:p>
          <a:p>
            <a:pPr marL="0" lvl="0" indent="0" algn="l" rtl="0">
              <a:spcBef>
                <a:spcPts val="600"/>
              </a:spcBef>
              <a:spcAft>
                <a:spcPts val="0"/>
              </a:spcAft>
              <a:buClr>
                <a:schemeClr val="dk1"/>
              </a:buClr>
              <a:buSzPts val="1100"/>
              <a:buFont typeface="Arial"/>
              <a:buNone/>
            </a:pPr>
            <a:endParaRPr>
              <a:solidFill>
                <a:schemeClr val="dk2"/>
              </a:solidFill>
            </a:endParaRPr>
          </a:p>
          <a:p>
            <a:pPr marL="0" lvl="0" indent="0" algn="l" rtl="0">
              <a:spcBef>
                <a:spcPts val="600"/>
              </a:spcBef>
              <a:spcAft>
                <a:spcPts val="0"/>
              </a:spcAft>
              <a:buClr>
                <a:schemeClr val="dk1"/>
              </a:buClr>
              <a:buSzPts val="1100"/>
              <a:buFont typeface="Arial"/>
              <a:buNone/>
            </a:pPr>
            <a:r>
              <a:rPr lang="en" b="1">
                <a:solidFill>
                  <a:schemeClr val="dk2"/>
                </a:solidFill>
                <a:latin typeface="Roboto"/>
                <a:ea typeface="Roboto"/>
                <a:cs typeface="Roboto"/>
                <a:sym typeface="Roboto"/>
              </a:rPr>
              <a:t>Granularity</a:t>
            </a:r>
            <a:r>
              <a:rPr lang="en">
                <a:solidFill>
                  <a:schemeClr val="dk2"/>
                </a:solidFill>
              </a:rPr>
              <a:t> -- how fine/coarse is each datum</a:t>
            </a:r>
            <a:endParaRPr>
              <a:solidFill>
                <a:schemeClr val="dk2"/>
              </a:solidFill>
            </a:endParaRPr>
          </a:p>
          <a:p>
            <a:pPr marL="0" lvl="0" indent="0" algn="l" rtl="0">
              <a:spcBef>
                <a:spcPts val="600"/>
              </a:spcBef>
              <a:spcAft>
                <a:spcPts val="0"/>
              </a:spcAft>
              <a:buClr>
                <a:schemeClr val="dk1"/>
              </a:buClr>
              <a:buSzPts val="1100"/>
              <a:buFont typeface="Arial"/>
              <a:buNone/>
            </a:pPr>
            <a:endParaRPr>
              <a:solidFill>
                <a:schemeClr val="dk2"/>
              </a:solidFill>
            </a:endParaRPr>
          </a:p>
          <a:p>
            <a:pPr marL="0" lvl="0" indent="0" algn="l" rtl="0">
              <a:spcBef>
                <a:spcPts val="600"/>
              </a:spcBef>
              <a:spcAft>
                <a:spcPts val="0"/>
              </a:spcAft>
              <a:buClr>
                <a:schemeClr val="dk1"/>
              </a:buClr>
              <a:buSzPts val="1100"/>
              <a:buFont typeface="Arial"/>
              <a:buNone/>
            </a:pPr>
            <a:r>
              <a:rPr lang="en" b="1">
                <a:solidFill>
                  <a:schemeClr val="dk2"/>
                </a:solidFill>
                <a:latin typeface="Roboto"/>
                <a:ea typeface="Roboto"/>
                <a:cs typeface="Roboto"/>
                <a:sym typeface="Roboto"/>
              </a:rPr>
              <a:t>Scope</a:t>
            </a:r>
            <a:r>
              <a:rPr lang="en">
                <a:solidFill>
                  <a:schemeClr val="dk2"/>
                </a:solidFill>
              </a:rPr>
              <a:t> -- how (in)complete is the data</a:t>
            </a:r>
            <a:endParaRPr>
              <a:solidFill>
                <a:schemeClr val="dk2"/>
              </a:solidFill>
            </a:endParaRPr>
          </a:p>
          <a:p>
            <a:pPr marL="0" lvl="0" indent="0" algn="l" rtl="0">
              <a:spcBef>
                <a:spcPts val="600"/>
              </a:spcBef>
              <a:spcAft>
                <a:spcPts val="0"/>
              </a:spcAft>
              <a:buClr>
                <a:schemeClr val="dk1"/>
              </a:buClr>
              <a:buSzPts val="1100"/>
              <a:buFont typeface="Arial"/>
              <a:buNone/>
            </a:pPr>
            <a:endParaRPr>
              <a:solidFill>
                <a:schemeClr val="dk2"/>
              </a:solidFill>
            </a:endParaRPr>
          </a:p>
          <a:p>
            <a:pPr marL="0" lvl="0" indent="0" algn="l" rtl="0">
              <a:spcBef>
                <a:spcPts val="600"/>
              </a:spcBef>
              <a:spcAft>
                <a:spcPts val="0"/>
              </a:spcAft>
              <a:buClr>
                <a:schemeClr val="dk1"/>
              </a:buClr>
              <a:buSzPts val="1100"/>
              <a:buFont typeface="Arial"/>
              <a:buNone/>
            </a:pPr>
            <a:r>
              <a:rPr lang="en" b="1">
                <a:solidFill>
                  <a:schemeClr val="dk2"/>
                </a:solidFill>
                <a:latin typeface="Roboto"/>
                <a:ea typeface="Roboto"/>
                <a:cs typeface="Roboto"/>
                <a:sym typeface="Roboto"/>
              </a:rPr>
              <a:t>Temporality</a:t>
            </a:r>
            <a:r>
              <a:rPr lang="en">
                <a:solidFill>
                  <a:schemeClr val="dk2"/>
                </a:solidFill>
              </a:rPr>
              <a:t> -- how is the data situated in time</a:t>
            </a:r>
            <a:endParaRPr>
              <a:solidFill>
                <a:schemeClr val="dk2"/>
              </a:solidFill>
            </a:endParaRPr>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None/>
            </a:pPr>
            <a:r>
              <a:rPr lang="en" b="1">
                <a:latin typeface="Roboto"/>
                <a:ea typeface="Roboto"/>
                <a:cs typeface="Roboto"/>
                <a:sym typeface="Roboto"/>
              </a:rPr>
              <a:t>Faithfulness</a:t>
            </a:r>
            <a:r>
              <a:rPr lang="en"/>
              <a:t> -- how well does the data capture “reality”</a:t>
            </a:r>
            <a:endParaRPr/>
          </a:p>
        </p:txBody>
      </p:sp>
      <p:sp>
        <p:nvSpPr>
          <p:cNvPr id="1182" name="Google Shape;1182;p178"/>
          <p:cNvSpPr txBox="1"/>
          <p:nvPr/>
        </p:nvSpPr>
        <p:spPr>
          <a:xfrm>
            <a:off x="177925" y="2003300"/>
            <a:ext cx="4038000" cy="2037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600">
                <a:solidFill>
                  <a:srgbClr val="0B5394"/>
                </a:solidFill>
                <a:latin typeface="Roboto Medium"/>
                <a:ea typeface="Roboto Medium"/>
                <a:cs typeface="Roboto Medium"/>
                <a:sym typeface="Roboto Medium"/>
              </a:rPr>
              <a:t>What else?</a:t>
            </a:r>
            <a:endParaRPr sz="3600">
              <a:solidFill>
                <a:srgbClr val="0B5394"/>
              </a:solidFill>
              <a:latin typeface="Roboto Medium"/>
              <a:ea typeface="Roboto Medium"/>
              <a:cs typeface="Roboto Medium"/>
              <a:sym typeface="Roboto Medium"/>
            </a:endParaRPr>
          </a:p>
        </p:txBody>
      </p:sp>
      <p:sp>
        <p:nvSpPr>
          <p:cNvPr id="1183" name="Google Shape;1183;p178"/>
          <p:cNvSpPr/>
          <p:nvPr/>
        </p:nvSpPr>
        <p:spPr>
          <a:xfrm flipH="1">
            <a:off x="4005200" y="3555175"/>
            <a:ext cx="801300" cy="728700"/>
          </a:xfrm>
          <a:prstGeom prst="leftArrow">
            <a:avLst>
              <a:gd name="adj1" fmla="val 50000"/>
              <a:gd name="adj2"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8" name="Google Shape;1188;p17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Faithfulness: Do I trust this data?</a:t>
            </a:r>
            <a:endParaRPr/>
          </a:p>
        </p:txBody>
      </p:sp>
      <p:sp>
        <p:nvSpPr>
          <p:cNvPr id="1189" name="Google Shape;1189;p179"/>
          <p:cNvSpPr txBox="1">
            <a:spLocks noGrp="1"/>
          </p:cNvSpPr>
          <p:nvPr>
            <p:ph type="body" idx="1"/>
          </p:nvPr>
        </p:nvSpPr>
        <p:spPr>
          <a:xfrm>
            <a:off x="107050" y="402200"/>
            <a:ext cx="8520600" cy="1794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Does my data contain </a:t>
            </a:r>
            <a:r>
              <a:rPr lang="en" b="1">
                <a:solidFill>
                  <a:schemeClr val="accent4"/>
                </a:solidFill>
                <a:latin typeface="Roboto"/>
                <a:ea typeface="Roboto"/>
                <a:cs typeface="Roboto"/>
                <a:sym typeface="Roboto"/>
              </a:rPr>
              <a:t>unrealistic or “incorrect” values</a:t>
            </a:r>
            <a:r>
              <a:rPr lang="en"/>
              <a:t>?</a:t>
            </a:r>
            <a:endParaRPr/>
          </a:p>
          <a:p>
            <a:pPr marL="457200" lvl="0" indent="-330200" algn="l" rtl="0">
              <a:spcBef>
                <a:spcPts val="600"/>
              </a:spcBef>
              <a:spcAft>
                <a:spcPts val="0"/>
              </a:spcAft>
              <a:buSzPts val="1600"/>
              <a:buChar char="●"/>
            </a:pPr>
            <a:r>
              <a:rPr lang="en"/>
              <a:t>Dates in the future for events in the past</a:t>
            </a:r>
            <a:endParaRPr/>
          </a:p>
          <a:p>
            <a:pPr marL="457200" lvl="0" indent="-330200" algn="l" rtl="0">
              <a:spcBef>
                <a:spcPts val="0"/>
              </a:spcBef>
              <a:spcAft>
                <a:spcPts val="0"/>
              </a:spcAft>
              <a:buSzPts val="1600"/>
              <a:buChar char="●"/>
            </a:pPr>
            <a:r>
              <a:rPr lang="en"/>
              <a:t>Locations that don’t exist</a:t>
            </a:r>
            <a:endParaRPr/>
          </a:p>
          <a:p>
            <a:pPr marL="457200" lvl="0" indent="-330200" algn="l" rtl="0">
              <a:spcBef>
                <a:spcPts val="0"/>
              </a:spcBef>
              <a:spcAft>
                <a:spcPts val="0"/>
              </a:spcAft>
              <a:buSzPts val="1600"/>
              <a:buChar char="●"/>
            </a:pPr>
            <a:r>
              <a:rPr lang="en"/>
              <a:t>Negative counts</a:t>
            </a:r>
            <a:endParaRPr/>
          </a:p>
          <a:p>
            <a:pPr marL="457200" lvl="0" indent="-330200" algn="l" rtl="0">
              <a:spcBef>
                <a:spcPts val="0"/>
              </a:spcBef>
              <a:spcAft>
                <a:spcPts val="0"/>
              </a:spcAft>
              <a:buSzPts val="1600"/>
              <a:buChar char="●"/>
            </a:pPr>
            <a:r>
              <a:rPr lang="en"/>
              <a:t>Misspellings of names</a:t>
            </a:r>
            <a:endParaRPr/>
          </a:p>
          <a:p>
            <a:pPr marL="457200" lvl="0" indent="-330200" algn="l" rtl="0">
              <a:spcBef>
                <a:spcPts val="0"/>
              </a:spcBef>
              <a:spcAft>
                <a:spcPts val="0"/>
              </a:spcAft>
              <a:buSzPts val="1600"/>
              <a:buChar char="●"/>
            </a:pPr>
            <a:r>
              <a:rPr lang="en"/>
              <a:t>Large outliers</a:t>
            </a:r>
            <a:endParaRPr/>
          </a:p>
        </p:txBody>
      </p:sp>
      <p:sp>
        <p:nvSpPr>
          <p:cNvPr id="1190" name="Google Shape;1190;p179"/>
          <p:cNvSpPr txBox="1">
            <a:spLocks noGrp="1"/>
          </p:cNvSpPr>
          <p:nvPr>
            <p:ph type="body" idx="1"/>
          </p:nvPr>
        </p:nvSpPr>
        <p:spPr>
          <a:xfrm>
            <a:off x="107050" y="2042277"/>
            <a:ext cx="8520600" cy="854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Does my data violate </a:t>
            </a:r>
            <a:r>
              <a:rPr lang="en" b="1">
                <a:solidFill>
                  <a:schemeClr val="accent4"/>
                </a:solidFill>
                <a:latin typeface="Roboto"/>
                <a:ea typeface="Roboto"/>
                <a:cs typeface="Roboto"/>
                <a:sym typeface="Roboto"/>
              </a:rPr>
              <a:t>obvious dependencies</a:t>
            </a:r>
            <a:r>
              <a:rPr lang="en"/>
              <a:t>?</a:t>
            </a:r>
            <a:endParaRPr/>
          </a:p>
          <a:p>
            <a:pPr marL="457200" lvl="0" indent="-330200" algn="l" rtl="0">
              <a:spcBef>
                <a:spcPts val="600"/>
              </a:spcBef>
              <a:spcAft>
                <a:spcPts val="0"/>
              </a:spcAft>
              <a:buSzPts val="1600"/>
              <a:buChar char="●"/>
            </a:pPr>
            <a:r>
              <a:rPr lang="en"/>
              <a:t>E.g., age and birthday don’t match </a:t>
            </a:r>
            <a:endParaRPr/>
          </a:p>
        </p:txBody>
      </p:sp>
      <p:sp>
        <p:nvSpPr>
          <p:cNvPr id="1191" name="Google Shape;1191;p179"/>
          <p:cNvSpPr txBox="1">
            <a:spLocks noGrp="1"/>
          </p:cNvSpPr>
          <p:nvPr>
            <p:ph type="body" idx="1"/>
          </p:nvPr>
        </p:nvSpPr>
        <p:spPr>
          <a:xfrm>
            <a:off x="107050" y="2820477"/>
            <a:ext cx="8520600" cy="1042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Was the data </a:t>
            </a:r>
            <a:r>
              <a:rPr lang="en" b="1">
                <a:solidFill>
                  <a:schemeClr val="accent4"/>
                </a:solidFill>
                <a:latin typeface="Roboto"/>
                <a:ea typeface="Roboto"/>
                <a:cs typeface="Roboto"/>
                <a:sym typeface="Roboto"/>
              </a:rPr>
              <a:t>entered by hand</a:t>
            </a:r>
            <a:r>
              <a:rPr lang="en"/>
              <a:t>?</a:t>
            </a:r>
            <a:endParaRPr/>
          </a:p>
          <a:p>
            <a:pPr marL="457200" lvl="0" indent="-330200" algn="l" rtl="0">
              <a:spcBef>
                <a:spcPts val="600"/>
              </a:spcBef>
              <a:spcAft>
                <a:spcPts val="0"/>
              </a:spcAft>
              <a:buSzPts val="1600"/>
              <a:buChar char="●"/>
            </a:pPr>
            <a:r>
              <a:rPr lang="en"/>
              <a:t>Spelling errors, fields shifted …</a:t>
            </a:r>
            <a:endParaRPr/>
          </a:p>
          <a:p>
            <a:pPr marL="457200" lvl="0" indent="-330200" algn="l" rtl="0">
              <a:spcBef>
                <a:spcPts val="0"/>
              </a:spcBef>
              <a:spcAft>
                <a:spcPts val="0"/>
              </a:spcAft>
              <a:buSzPts val="1600"/>
              <a:buChar char="●"/>
            </a:pPr>
            <a:r>
              <a:rPr lang="en"/>
              <a:t>Did the form require all fields or provide default values?</a:t>
            </a:r>
            <a:endParaRPr/>
          </a:p>
        </p:txBody>
      </p:sp>
      <p:sp>
        <p:nvSpPr>
          <p:cNvPr id="1192" name="Google Shape;1192;p179"/>
          <p:cNvSpPr txBox="1">
            <a:spLocks noGrp="1"/>
          </p:cNvSpPr>
          <p:nvPr>
            <p:ph type="body" idx="1"/>
          </p:nvPr>
        </p:nvSpPr>
        <p:spPr>
          <a:xfrm>
            <a:off x="107050" y="3798053"/>
            <a:ext cx="8520600" cy="1246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Are there obvious signs of </a:t>
            </a:r>
            <a:r>
              <a:rPr lang="en" b="1">
                <a:solidFill>
                  <a:schemeClr val="accent4"/>
                </a:solidFill>
                <a:latin typeface="Roboto"/>
                <a:ea typeface="Roboto"/>
                <a:cs typeface="Roboto"/>
                <a:sym typeface="Roboto"/>
              </a:rPr>
              <a:t>data falsification</a:t>
            </a:r>
            <a:r>
              <a:rPr lang="en"/>
              <a:t>?</a:t>
            </a:r>
            <a:endParaRPr/>
          </a:p>
          <a:p>
            <a:pPr marL="457200" lvl="0" indent="-330200" algn="l" rtl="0">
              <a:spcBef>
                <a:spcPts val="600"/>
              </a:spcBef>
              <a:spcAft>
                <a:spcPts val="0"/>
              </a:spcAft>
              <a:buSzPts val="1600"/>
              <a:buChar char="●"/>
            </a:pPr>
            <a:r>
              <a:rPr lang="en"/>
              <a:t>Repeated names, fake looking email addresses, repeated use of uncommon names or fields.</a:t>
            </a:r>
            <a:endParaRPr/>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9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6"/>
        <p:cNvGrpSpPr/>
        <p:nvPr/>
      </p:nvGrpSpPr>
      <p:grpSpPr>
        <a:xfrm>
          <a:off x="0" y="0"/>
          <a:ext cx="0" cy="0"/>
          <a:chOff x="0" y="0"/>
          <a:chExt cx="0" cy="0"/>
        </a:xfrm>
      </p:grpSpPr>
      <p:sp>
        <p:nvSpPr>
          <p:cNvPr id="1197" name="Google Shape;1197;p18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Signs that your data may not be faithful (and proposed solutions)</a:t>
            </a:r>
            <a:endParaRPr/>
          </a:p>
        </p:txBody>
      </p:sp>
      <p:sp>
        <p:nvSpPr>
          <p:cNvPr id="1198" name="Google Shape;1198;p180"/>
          <p:cNvSpPr txBox="1"/>
          <p:nvPr/>
        </p:nvSpPr>
        <p:spPr>
          <a:xfrm>
            <a:off x="2581425" y="560975"/>
            <a:ext cx="2293800" cy="124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accent4"/>
                </a:solidFill>
                <a:latin typeface="Roboto"/>
                <a:ea typeface="Roboto"/>
                <a:cs typeface="Roboto"/>
                <a:sym typeface="Roboto"/>
              </a:rPr>
              <a:t>Duplicated Records or Fields</a:t>
            </a:r>
            <a:endParaRPr sz="1600" b="1">
              <a:solidFill>
                <a:schemeClr val="accent4"/>
              </a:solidFill>
              <a:latin typeface="Roboto"/>
              <a:ea typeface="Roboto"/>
              <a:cs typeface="Roboto"/>
              <a:sym typeface="Roboto"/>
            </a:endParaRPr>
          </a:p>
          <a:p>
            <a:pPr marL="0" lvl="0" indent="0" algn="l" rtl="0">
              <a:spcBef>
                <a:spcPts val="600"/>
              </a:spcBef>
              <a:spcAft>
                <a:spcPts val="0"/>
              </a:spcAft>
              <a:buNone/>
            </a:pPr>
            <a:r>
              <a:rPr lang="en" sz="1600">
                <a:solidFill>
                  <a:schemeClr val="dk1"/>
                </a:solidFill>
                <a:latin typeface="Roboto Light"/>
                <a:ea typeface="Roboto Light"/>
                <a:cs typeface="Roboto Light"/>
                <a:sym typeface="Roboto Light"/>
              </a:rPr>
              <a:t>Identify and eliminate (use primary key).</a:t>
            </a:r>
            <a:endParaRPr sz="1600">
              <a:solidFill>
                <a:schemeClr val="dk1"/>
              </a:solidFill>
              <a:latin typeface="Roboto Light"/>
              <a:ea typeface="Roboto Light"/>
              <a:cs typeface="Roboto Light"/>
              <a:sym typeface="Roboto Light"/>
            </a:endParaRPr>
          </a:p>
        </p:txBody>
      </p:sp>
      <p:grpSp>
        <p:nvGrpSpPr>
          <p:cNvPr id="1199" name="Google Shape;1199;p180"/>
          <p:cNvGrpSpPr/>
          <p:nvPr/>
        </p:nvGrpSpPr>
        <p:grpSpPr>
          <a:xfrm>
            <a:off x="230425" y="2014000"/>
            <a:ext cx="4610150" cy="2833800"/>
            <a:chOff x="230425" y="2014000"/>
            <a:chExt cx="4610150" cy="2833800"/>
          </a:xfrm>
        </p:grpSpPr>
        <p:sp>
          <p:nvSpPr>
            <p:cNvPr id="1200" name="Google Shape;1200;p180"/>
            <p:cNvSpPr txBox="1"/>
            <p:nvPr/>
          </p:nvSpPr>
          <p:spPr>
            <a:xfrm>
              <a:off x="230425" y="3601000"/>
              <a:ext cx="2293800" cy="1246800"/>
            </a:xfrm>
            <a:prstGeom prst="rect">
              <a:avLst/>
            </a:prstGeom>
            <a:noFill/>
            <a:ln>
              <a:noFill/>
            </a:ln>
          </p:spPr>
          <p:txBody>
            <a:bodyPr spcFirstLastPara="1" wrap="square" lIns="91425" tIns="91425" rIns="91425" bIns="91425" anchor="t" anchorCtr="0">
              <a:spAutoFit/>
            </a:bodyPr>
            <a:lstStyle/>
            <a:p>
              <a:pPr marL="0" lvl="0" indent="0" algn="l" rtl="0">
                <a:spcBef>
                  <a:spcPts val="600"/>
                </a:spcBef>
                <a:spcAft>
                  <a:spcPts val="0"/>
                </a:spcAft>
                <a:buNone/>
              </a:pPr>
              <a:r>
                <a:rPr lang="en" sz="1600" b="1">
                  <a:solidFill>
                    <a:schemeClr val="accent4"/>
                  </a:solidFill>
                  <a:latin typeface="Roboto"/>
                  <a:ea typeface="Roboto"/>
                  <a:cs typeface="Roboto"/>
                  <a:sym typeface="Roboto"/>
                </a:rPr>
                <a:t>Time Zone Inconsistencies</a:t>
              </a:r>
              <a:endParaRPr sz="1600" b="1">
                <a:solidFill>
                  <a:schemeClr val="accent4"/>
                </a:solidFill>
                <a:latin typeface="Roboto"/>
                <a:ea typeface="Roboto"/>
                <a:cs typeface="Roboto"/>
                <a:sym typeface="Roboto"/>
              </a:endParaRPr>
            </a:p>
            <a:p>
              <a:pPr marL="0" lvl="0" indent="0" algn="l" rtl="0">
                <a:spcBef>
                  <a:spcPts val="600"/>
                </a:spcBef>
                <a:spcAft>
                  <a:spcPts val="0"/>
                </a:spcAft>
                <a:buNone/>
              </a:pPr>
              <a:r>
                <a:rPr lang="en" sz="1600">
                  <a:solidFill>
                    <a:schemeClr val="dk1"/>
                  </a:solidFill>
                  <a:latin typeface="Roboto Light"/>
                  <a:ea typeface="Roboto Light"/>
                  <a:cs typeface="Roboto Light"/>
                  <a:sym typeface="Roboto Light"/>
                </a:rPr>
                <a:t>Convert to a common timezone (e.g., UTC) </a:t>
              </a:r>
              <a:endParaRPr sz="1600">
                <a:solidFill>
                  <a:schemeClr val="dk1"/>
                </a:solidFill>
                <a:latin typeface="Roboto Light"/>
                <a:ea typeface="Roboto Light"/>
                <a:cs typeface="Roboto Light"/>
                <a:sym typeface="Roboto Light"/>
              </a:endParaRPr>
            </a:p>
          </p:txBody>
        </p:sp>
        <p:grpSp>
          <p:nvGrpSpPr>
            <p:cNvPr id="1201" name="Google Shape;1201;p180"/>
            <p:cNvGrpSpPr/>
            <p:nvPr/>
          </p:nvGrpSpPr>
          <p:grpSpPr>
            <a:xfrm>
              <a:off x="230425" y="2014000"/>
              <a:ext cx="4610150" cy="1739400"/>
              <a:chOff x="230425" y="2014000"/>
              <a:chExt cx="4610150" cy="1739400"/>
            </a:xfrm>
          </p:grpSpPr>
          <p:sp>
            <p:nvSpPr>
              <p:cNvPr id="1202" name="Google Shape;1202;p180"/>
              <p:cNvSpPr txBox="1"/>
              <p:nvPr/>
            </p:nvSpPr>
            <p:spPr>
              <a:xfrm>
                <a:off x="230425" y="2014000"/>
                <a:ext cx="2293800" cy="1246800"/>
              </a:xfrm>
              <a:prstGeom prst="rect">
                <a:avLst/>
              </a:prstGeom>
              <a:noFill/>
              <a:ln>
                <a:noFill/>
              </a:ln>
            </p:spPr>
            <p:txBody>
              <a:bodyPr spcFirstLastPara="1" wrap="square" lIns="91425" tIns="91425" rIns="91425" bIns="91425" anchor="t" anchorCtr="0">
                <a:spAutoFit/>
              </a:bodyPr>
              <a:lstStyle/>
              <a:p>
                <a:pPr marL="0" lvl="0" indent="0" algn="l" rtl="0">
                  <a:spcBef>
                    <a:spcPts val="600"/>
                  </a:spcBef>
                  <a:spcAft>
                    <a:spcPts val="0"/>
                  </a:spcAft>
                  <a:buNone/>
                </a:pPr>
                <a:r>
                  <a:rPr lang="en" sz="1600" b="1">
                    <a:solidFill>
                      <a:schemeClr val="accent4"/>
                    </a:solidFill>
                    <a:latin typeface="Roboto"/>
                    <a:ea typeface="Roboto"/>
                    <a:cs typeface="Roboto"/>
                    <a:sym typeface="Roboto"/>
                  </a:rPr>
                  <a:t>Spelling Errors</a:t>
                </a:r>
                <a:endParaRPr sz="1600" b="1">
                  <a:solidFill>
                    <a:schemeClr val="accent4"/>
                  </a:solidFill>
                  <a:latin typeface="Roboto"/>
                  <a:ea typeface="Roboto"/>
                  <a:cs typeface="Roboto"/>
                  <a:sym typeface="Roboto"/>
                </a:endParaRPr>
              </a:p>
              <a:p>
                <a:pPr marL="0" lvl="0" indent="0" algn="l" rtl="0">
                  <a:spcBef>
                    <a:spcPts val="600"/>
                  </a:spcBef>
                  <a:spcAft>
                    <a:spcPts val="0"/>
                  </a:spcAft>
                  <a:buNone/>
                </a:pPr>
                <a:r>
                  <a:rPr lang="en" sz="1600">
                    <a:solidFill>
                      <a:schemeClr val="dk1"/>
                    </a:solidFill>
                    <a:latin typeface="Roboto Light"/>
                    <a:ea typeface="Roboto Light"/>
                    <a:cs typeface="Roboto Light"/>
                    <a:sym typeface="Roboto Light"/>
                  </a:rPr>
                  <a:t>Apply corrections or drop records not in a dictionary</a:t>
                </a:r>
                <a:endParaRPr sz="1600">
                  <a:solidFill>
                    <a:schemeClr val="dk1"/>
                  </a:solidFill>
                  <a:latin typeface="Roboto Light"/>
                  <a:ea typeface="Roboto Light"/>
                  <a:cs typeface="Roboto Light"/>
                  <a:sym typeface="Roboto Light"/>
                </a:endParaRPr>
              </a:p>
            </p:txBody>
          </p:sp>
          <p:sp>
            <p:nvSpPr>
              <p:cNvPr id="1203" name="Google Shape;1203;p180"/>
              <p:cNvSpPr txBox="1"/>
              <p:nvPr/>
            </p:nvSpPr>
            <p:spPr>
              <a:xfrm>
                <a:off x="2546775" y="2014000"/>
                <a:ext cx="2293800" cy="1739400"/>
              </a:xfrm>
              <a:prstGeom prst="rect">
                <a:avLst/>
              </a:prstGeom>
              <a:noFill/>
              <a:ln>
                <a:noFill/>
              </a:ln>
            </p:spPr>
            <p:txBody>
              <a:bodyPr spcFirstLastPara="1" wrap="square" lIns="91425" tIns="91425" rIns="91425" bIns="91425" anchor="t" anchorCtr="0">
                <a:spAutoFit/>
              </a:bodyPr>
              <a:lstStyle/>
              <a:p>
                <a:pPr marL="0" lvl="0" indent="0" algn="l" rtl="0">
                  <a:spcBef>
                    <a:spcPts val="600"/>
                  </a:spcBef>
                  <a:spcAft>
                    <a:spcPts val="0"/>
                  </a:spcAft>
                  <a:buNone/>
                </a:pPr>
                <a:r>
                  <a:rPr lang="en" sz="1600" b="1">
                    <a:solidFill>
                      <a:schemeClr val="accent4"/>
                    </a:solidFill>
                    <a:latin typeface="Roboto"/>
                    <a:ea typeface="Roboto"/>
                    <a:cs typeface="Roboto"/>
                    <a:sym typeface="Roboto"/>
                  </a:rPr>
                  <a:t>Units not specified or consistent</a:t>
                </a:r>
                <a:endParaRPr sz="1600" b="1">
                  <a:solidFill>
                    <a:schemeClr val="accent4"/>
                  </a:solidFill>
                  <a:latin typeface="Roboto"/>
                  <a:ea typeface="Roboto"/>
                  <a:cs typeface="Roboto"/>
                  <a:sym typeface="Roboto"/>
                </a:endParaRPr>
              </a:p>
              <a:p>
                <a:pPr marL="0" lvl="0" indent="0" algn="l" rtl="0">
                  <a:spcBef>
                    <a:spcPts val="600"/>
                  </a:spcBef>
                  <a:spcAft>
                    <a:spcPts val="0"/>
                  </a:spcAft>
                  <a:buNone/>
                </a:pPr>
                <a:r>
                  <a:rPr lang="en" sz="1600">
                    <a:solidFill>
                      <a:schemeClr val="dk1"/>
                    </a:solidFill>
                    <a:latin typeface="Roboto Light"/>
                    <a:ea typeface="Roboto Light"/>
                    <a:cs typeface="Roboto Light"/>
                    <a:sym typeface="Roboto Light"/>
                  </a:rPr>
                  <a:t>Infer units, check values are in reasonable ranges for data</a:t>
                </a:r>
                <a:endParaRPr/>
              </a:p>
            </p:txBody>
          </p:sp>
        </p:grpSp>
      </p:grpSp>
      <p:sp>
        <p:nvSpPr>
          <p:cNvPr id="1204" name="Google Shape;1204;p180"/>
          <p:cNvSpPr txBox="1"/>
          <p:nvPr/>
        </p:nvSpPr>
        <p:spPr>
          <a:xfrm>
            <a:off x="230425" y="560975"/>
            <a:ext cx="2074500" cy="116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solidFill>
                  <a:schemeClr val="accent4"/>
                </a:solidFill>
                <a:latin typeface="Roboto"/>
                <a:ea typeface="Roboto"/>
                <a:cs typeface="Roboto"/>
                <a:sym typeface="Roboto"/>
              </a:rPr>
              <a:t>Truncated data</a:t>
            </a:r>
            <a:br>
              <a:rPr lang="en" sz="1600" b="1">
                <a:solidFill>
                  <a:schemeClr val="accent4"/>
                </a:solidFill>
                <a:latin typeface="Roboto"/>
                <a:ea typeface="Roboto"/>
                <a:cs typeface="Roboto"/>
                <a:sym typeface="Roboto"/>
              </a:rPr>
            </a:br>
            <a:r>
              <a:rPr lang="en" sz="1600">
                <a:solidFill>
                  <a:schemeClr val="dk1"/>
                </a:solidFill>
                <a:latin typeface="Roboto Light"/>
                <a:ea typeface="Roboto Light"/>
                <a:cs typeface="Roboto Light"/>
                <a:sym typeface="Roboto Light"/>
              </a:rPr>
              <a:t>Early Microsoft Excel limits: 65536 Rows, 255 Columns</a:t>
            </a:r>
            <a:endParaRPr/>
          </a:p>
        </p:txBody>
      </p:sp>
      <p:grpSp>
        <p:nvGrpSpPr>
          <p:cNvPr id="1205" name="Google Shape;1205;p180"/>
          <p:cNvGrpSpPr/>
          <p:nvPr/>
        </p:nvGrpSpPr>
        <p:grpSpPr>
          <a:xfrm>
            <a:off x="5722125" y="2515750"/>
            <a:ext cx="3003000" cy="2052150"/>
            <a:chOff x="5722125" y="2515750"/>
            <a:chExt cx="3003000" cy="2052150"/>
          </a:xfrm>
        </p:grpSpPr>
        <p:sp>
          <p:nvSpPr>
            <p:cNvPr id="1206" name="Google Shape;1206;p180"/>
            <p:cNvSpPr/>
            <p:nvPr/>
          </p:nvSpPr>
          <p:spPr>
            <a:xfrm>
              <a:off x="5722125" y="2946850"/>
              <a:ext cx="3003000" cy="1269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180"/>
            <p:cNvSpPr/>
            <p:nvPr/>
          </p:nvSpPr>
          <p:spPr>
            <a:xfrm>
              <a:off x="5722125" y="2929600"/>
              <a:ext cx="1467000" cy="12690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u="sng">
                  <a:latin typeface="Roboto Light"/>
                  <a:ea typeface="Roboto Light"/>
                  <a:cs typeface="Roboto Light"/>
                  <a:sym typeface="Roboto Light"/>
                </a:rPr>
                <a:t>Examples</a:t>
              </a:r>
              <a:endParaRPr sz="1600">
                <a:latin typeface="Roboto Light"/>
                <a:ea typeface="Roboto Light"/>
                <a:cs typeface="Roboto Light"/>
                <a:sym typeface="Roboto Light"/>
              </a:endParaRPr>
            </a:p>
            <a:p>
              <a:pPr marL="0" lvl="0" indent="0" algn="l" rtl="0">
                <a:spcBef>
                  <a:spcPts val="1000"/>
                </a:spcBef>
                <a:spcAft>
                  <a:spcPts val="0"/>
                </a:spcAft>
                <a:buNone/>
              </a:pPr>
              <a:r>
                <a:rPr lang="en" sz="1600">
                  <a:latin typeface="Roboto Mono Light"/>
                  <a:ea typeface="Roboto Mono Light"/>
                  <a:cs typeface="Roboto Mono Light"/>
                  <a:sym typeface="Roboto Mono Light"/>
                </a:rPr>
                <a:t>" “</a:t>
              </a:r>
              <a:endParaRPr sz="1600">
                <a:latin typeface="Roboto Mono Light"/>
                <a:ea typeface="Roboto Mono Light"/>
                <a:cs typeface="Roboto Mono Light"/>
                <a:sym typeface="Roboto Mono Light"/>
              </a:endParaRPr>
            </a:p>
            <a:p>
              <a:pPr marL="0" lvl="0" indent="0" algn="l" rtl="0">
                <a:spcBef>
                  <a:spcPts val="0"/>
                </a:spcBef>
                <a:spcAft>
                  <a:spcPts val="0"/>
                </a:spcAft>
                <a:buNone/>
              </a:pPr>
              <a:r>
                <a:rPr lang="en" sz="1600">
                  <a:latin typeface="Roboto Mono Light"/>
                  <a:ea typeface="Roboto Mono Light"/>
                  <a:cs typeface="Roboto Mono Light"/>
                  <a:sym typeface="Roboto Mono Light"/>
                </a:rPr>
                <a:t>0, -1</a:t>
              </a:r>
              <a:br>
                <a:rPr lang="en" sz="1600">
                  <a:latin typeface="Roboto Mono Light"/>
                  <a:ea typeface="Roboto Mono Light"/>
                  <a:cs typeface="Roboto Mono Light"/>
                  <a:sym typeface="Roboto Mono Light"/>
                </a:rPr>
              </a:br>
              <a:r>
                <a:rPr lang="en" sz="1600">
                  <a:latin typeface="Roboto Mono Light"/>
                  <a:ea typeface="Roboto Mono Light"/>
                  <a:cs typeface="Roboto Mono Light"/>
                  <a:sym typeface="Roboto Mono Light"/>
                </a:rPr>
                <a:t>999, 12345</a:t>
              </a:r>
              <a:endParaRPr sz="1600">
                <a:latin typeface="Roboto Light"/>
                <a:ea typeface="Roboto Light"/>
                <a:cs typeface="Roboto Light"/>
                <a:sym typeface="Roboto Light"/>
              </a:endParaRPr>
            </a:p>
          </p:txBody>
        </p:sp>
        <p:sp>
          <p:nvSpPr>
            <p:cNvPr id="1208" name="Google Shape;1208;p180"/>
            <p:cNvSpPr txBox="1"/>
            <p:nvPr/>
          </p:nvSpPr>
          <p:spPr>
            <a:xfrm>
              <a:off x="5722125" y="4198600"/>
              <a:ext cx="1773600" cy="369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200">
                  <a:latin typeface="Roboto Light"/>
                  <a:ea typeface="Roboto Light"/>
                  <a:cs typeface="Roboto Light"/>
                  <a:sym typeface="Roboto Light"/>
                </a:rPr>
                <a:t>NaN: “Not a Number”</a:t>
              </a:r>
              <a:endParaRPr sz="1200">
                <a:latin typeface="Roboto Light"/>
                <a:ea typeface="Roboto Light"/>
                <a:cs typeface="Roboto Light"/>
                <a:sym typeface="Roboto Light"/>
              </a:endParaRPr>
            </a:p>
          </p:txBody>
        </p:sp>
        <p:sp>
          <p:nvSpPr>
            <p:cNvPr id="1209" name="Google Shape;1209;p180"/>
            <p:cNvSpPr/>
            <p:nvPr/>
          </p:nvSpPr>
          <p:spPr>
            <a:xfrm>
              <a:off x="7193450" y="3174100"/>
              <a:ext cx="1467000" cy="10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latin typeface="Roboto Mono Light"/>
                  <a:ea typeface="Roboto Mono Light"/>
                  <a:cs typeface="Roboto Mono Light"/>
                  <a:sym typeface="Roboto Mono Light"/>
                </a:rPr>
                <a:t>1970, 1900</a:t>
              </a:r>
              <a:endParaRPr sz="1600">
                <a:latin typeface="Roboto Mono Light"/>
                <a:ea typeface="Roboto Mono Light"/>
                <a:cs typeface="Roboto Mono Light"/>
                <a:sym typeface="Roboto Mono Light"/>
              </a:endParaRPr>
            </a:p>
            <a:p>
              <a:pPr marL="0" lvl="0" indent="0" algn="l" rtl="0">
                <a:spcBef>
                  <a:spcPts val="0"/>
                </a:spcBef>
                <a:spcAft>
                  <a:spcPts val="0"/>
                </a:spcAft>
                <a:buNone/>
              </a:pPr>
              <a:r>
                <a:rPr lang="en" sz="1600">
                  <a:latin typeface="Roboto Mono Light"/>
                  <a:ea typeface="Roboto Mono Light"/>
                  <a:cs typeface="Roboto Mono Light"/>
                  <a:sym typeface="Roboto Mono Light"/>
                </a:rPr>
                <a:t>NaN</a:t>
              </a:r>
              <a:endParaRPr sz="1600">
                <a:latin typeface="Roboto Mono Light"/>
                <a:ea typeface="Roboto Mono Light"/>
                <a:cs typeface="Roboto Mono Light"/>
                <a:sym typeface="Roboto Mono Light"/>
              </a:endParaRPr>
            </a:p>
            <a:p>
              <a:pPr marL="0" lvl="0" indent="0" algn="l" rtl="0">
                <a:spcBef>
                  <a:spcPts val="0"/>
                </a:spcBef>
                <a:spcAft>
                  <a:spcPts val="0"/>
                </a:spcAft>
                <a:buNone/>
              </a:pPr>
              <a:r>
                <a:rPr lang="en" sz="1600">
                  <a:latin typeface="Roboto Mono Light"/>
                  <a:ea typeface="Roboto Mono Light"/>
                  <a:cs typeface="Roboto Mono Light"/>
                  <a:sym typeface="Roboto Mono Light"/>
                </a:rPr>
                <a:t>Null</a:t>
              </a:r>
              <a:endParaRPr sz="1600">
                <a:latin typeface="Roboto Light"/>
                <a:ea typeface="Roboto Light"/>
                <a:cs typeface="Roboto Light"/>
                <a:sym typeface="Roboto Light"/>
              </a:endParaRPr>
            </a:p>
          </p:txBody>
        </p:sp>
        <p:sp>
          <p:nvSpPr>
            <p:cNvPr id="1210" name="Google Shape;1210;p180"/>
            <p:cNvSpPr txBox="1"/>
            <p:nvPr/>
          </p:nvSpPr>
          <p:spPr>
            <a:xfrm>
              <a:off x="5722125" y="2515750"/>
              <a:ext cx="3000000" cy="431100"/>
            </a:xfrm>
            <a:prstGeom prst="rect">
              <a:avLst/>
            </a:prstGeom>
            <a:noFill/>
            <a:ln>
              <a:noFill/>
            </a:ln>
          </p:spPr>
          <p:txBody>
            <a:bodyPr spcFirstLastPara="1" wrap="square" lIns="91425" tIns="91425" rIns="91425" bIns="91425" anchor="t" anchorCtr="0">
              <a:spAutoFit/>
            </a:bodyPr>
            <a:lstStyle/>
            <a:p>
              <a:pPr marL="0" lvl="0" indent="0" algn="l" rtl="0">
                <a:spcBef>
                  <a:spcPts val="600"/>
                </a:spcBef>
                <a:spcAft>
                  <a:spcPts val="0"/>
                </a:spcAft>
                <a:buNone/>
              </a:pPr>
              <a:r>
                <a:rPr lang="en" sz="1600" b="1">
                  <a:solidFill>
                    <a:schemeClr val="accent3"/>
                  </a:solidFill>
                  <a:latin typeface="Roboto"/>
                  <a:ea typeface="Roboto"/>
                  <a:cs typeface="Roboto"/>
                  <a:sym typeface="Roboto"/>
                </a:rPr>
                <a:t>Missing Data???</a:t>
              </a:r>
              <a:endParaRPr/>
            </a:p>
          </p:txBody>
        </p:sp>
      </p:grpSp>
      <p:sp>
        <p:nvSpPr>
          <p:cNvPr id="1211" name="Google Shape;1211;p180"/>
          <p:cNvSpPr/>
          <p:nvPr/>
        </p:nvSpPr>
        <p:spPr>
          <a:xfrm>
            <a:off x="5149325" y="585575"/>
            <a:ext cx="3717300" cy="1738200"/>
          </a:xfrm>
          <a:prstGeom prst="rect">
            <a:avLst/>
          </a:prstGeom>
          <a:solidFill>
            <a:schemeClr val="lt2"/>
          </a:solidFill>
          <a:ln>
            <a:noFill/>
          </a:ln>
        </p:spPr>
        <p:txBody>
          <a:bodyPr spcFirstLastPara="1" wrap="square" lIns="91425" tIns="91425" rIns="91425" bIns="91425" anchor="ctr" anchorCtr="0">
            <a:noAutofit/>
          </a:bodyPr>
          <a:lstStyle/>
          <a:p>
            <a:pPr marL="285750" lvl="0" indent="-273050" algn="l" rtl="0">
              <a:spcBef>
                <a:spcPts val="600"/>
              </a:spcBef>
              <a:spcAft>
                <a:spcPts val="0"/>
              </a:spcAft>
              <a:buClr>
                <a:schemeClr val="dk1"/>
              </a:buClr>
              <a:buSzPts val="1600"/>
              <a:buFont typeface="Roboto Light"/>
              <a:buChar char="●"/>
            </a:pPr>
            <a:r>
              <a:rPr lang="en" sz="1600">
                <a:solidFill>
                  <a:schemeClr val="dk1"/>
                </a:solidFill>
                <a:latin typeface="Roboto Light"/>
                <a:ea typeface="Roboto Light"/>
                <a:cs typeface="Roboto Light"/>
                <a:sym typeface="Roboto Light"/>
              </a:rPr>
              <a:t>Be aware of consequences in analysis when using data with inconsistencies.</a:t>
            </a:r>
            <a:endParaRPr sz="1600">
              <a:solidFill>
                <a:schemeClr val="dk1"/>
              </a:solidFill>
              <a:latin typeface="Roboto Light"/>
              <a:ea typeface="Roboto Light"/>
              <a:cs typeface="Roboto Light"/>
              <a:sym typeface="Roboto Light"/>
            </a:endParaRPr>
          </a:p>
          <a:p>
            <a:pPr marL="285750" lvl="0" indent="-273050" algn="l" rtl="0">
              <a:spcBef>
                <a:spcPts val="0"/>
              </a:spcBef>
              <a:spcAft>
                <a:spcPts val="0"/>
              </a:spcAft>
              <a:buClr>
                <a:schemeClr val="dk1"/>
              </a:buClr>
              <a:buSzPts val="1600"/>
              <a:buFont typeface="Roboto Light"/>
              <a:buChar char="●"/>
            </a:pPr>
            <a:r>
              <a:rPr lang="en" sz="1600">
                <a:solidFill>
                  <a:schemeClr val="dk1"/>
                </a:solidFill>
                <a:latin typeface="Roboto Light"/>
                <a:ea typeface="Roboto Light"/>
                <a:cs typeface="Roboto Light"/>
                <a:sym typeface="Roboto Light"/>
              </a:rPr>
              <a:t>Understand the potential implications for how data were collected.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15"/>
        <p:cNvGrpSpPr/>
        <p:nvPr/>
      </p:nvGrpSpPr>
      <p:grpSpPr>
        <a:xfrm>
          <a:off x="0" y="0"/>
          <a:ext cx="0" cy="0"/>
          <a:chOff x="0" y="0"/>
          <a:chExt cx="0" cy="0"/>
        </a:xfrm>
      </p:grpSpPr>
      <p:sp>
        <p:nvSpPr>
          <p:cNvPr id="1216" name="Google Shape;1216;p18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Missing Data/Default Values: Solutions</a:t>
            </a:r>
            <a:endParaRPr/>
          </a:p>
        </p:txBody>
      </p:sp>
      <p:sp>
        <p:nvSpPr>
          <p:cNvPr id="1217" name="Google Shape;1217;p181"/>
          <p:cNvSpPr txBox="1">
            <a:spLocks noGrp="1"/>
          </p:cNvSpPr>
          <p:nvPr>
            <p:ph type="body" idx="1"/>
          </p:nvPr>
        </p:nvSpPr>
        <p:spPr>
          <a:xfrm>
            <a:off x="107050" y="402200"/>
            <a:ext cx="7134600" cy="1721100"/>
          </a:xfrm>
          <a:prstGeom prst="rect">
            <a:avLst/>
          </a:prstGeom>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 b="1">
                <a:solidFill>
                  <a:schemeClr val="accent3"/>
                </a:solidFill>
                <a:latin typeface="Roboto"/>
                <a:ea typeface="Roboto"/>
                <a:cs typeface="Roboto"/>
                <a:sym typeface="Roboto"/>
              </a:rPr>
              <a:t>A. </a:t>
            </a:r>
            <a:r>
              <a:rPr lang="en" sz="1200" b="1">
                <a:solidFill>
                  <a:schemeClr val="accent3"/>
                </a:solidFill>
                <a:latin typeface="Roboto"/>
                <a:ea typeface="Roboto"/>
                <a:cs typeface="Roboto"/>
                <a:sym typeface="Roboto"/>
              </a:rPr>
              <a:t>Drop records</a:t>
            </a:r>
            <a:r>
              <a:rPr lang="en" sz="1200"/>
              <a:t> with missing values</a:t>
            </a:r>
            <a:endParaRPr sz="1200"/>
          </a:p>
          <a:p>
            <a:pPr marL="457200" lvl="0" indent="-311150" algn="l" rtl="0">
              <a:lnSpc>
                <a:spcPct val="90000"/>
              </a:lnSpc>
              <a:spcBef>
                <a:spcPts val="400"/>
              </a:spcBef>
              <a:spcAft>
                <a:spcPts val="0"/>
              </a:spcAft>
              <a:buSzPts val="1300"/>
              <a:buChar char="●"/>
            </a:pPr>
            <a:r>
              <a:rPr lang="en" sz="1300" b="1">
                <a:latin typeface="Roboto"/>
                <a:ea typeface="Roboto"/>
                <a:cs typeface="Roboto"/>
                <a:sym typeface="Roboto"/>
              </a:rPr>
              <a:t>Caution</a:t>
            </a:r>
            <a:r>
              <a:rPr lang="en" sz="1300" b="1"/>
              <a:t>: </a:t>
            </a:r>
            <a:r>
              <a:rPr lang="en" sz="1300"/>
              <a:t>check for biases induced by dropped values</a:t>
            </a:r>
            <a:endParaRPr sz="1300"/>
          </a:p>
          <a:p>
            <a:pPr marL="914400" lvl="1" indent="-311150" algn="l" rtl="0">
              <a:lnSpc>
                <a:spcPct val="90000"/>
              </a:lnSpc>
              <a:spcBef>
                <a:spcPts val="400"/>
              </a:spcBef>
              <a:spcAft>
                <a:spcPts val="0"/>
              </a:spcAft>
              <a:buSzPts val="1300"/>
              <a:buChar char="○"/>
            </a:pPr>
            <a:r>
              <a:rPr lang="en" sz="1300"/>
              <a:t>When modeling data you can’t drop missing values in your test/validation sets</a:t>
            </a:r>
            <a:endParaRPr sz="1300"/>
          </a:p>
          <a:p>
            <a:pPr marL="914400" lvl="1" indent="-311150" algn="l" rtl="0">
              <a:lnSpc>
                <a:spcPct val="90000"/>
              </a:lnSpc>
              <a:spcBef>
                <a:spcPts val="400"/>
              </a:spcBef>
              <a:spcAft>
                <a:spcPts val="0"/>
              </a:spcAft>
              <a:buSzPts val="1300"/>
              <a:buChar char="○"/>
            </a:pPr>
            <a:r>
              <a:rPr lang="en" sz="1300"/>
              <a:t>Missing or corrupt records might be related to something of interest</a:t>
            </a:r>
            <a:endParaRPr sz="1300"/>
          </a:p>
          <a:p>
            <a:pPr marL="0" lvl="0" indent="0" algn="l" rtl="0">
              <a:lnSpc>
                <a:spcPct val="90000"/>
              </a:lnSpc>
              <a:spcBef>
                <a:spcPts val="400"/>
              </a:spcBef>
              <a:spcAft>
                <a:spcPts val="0"/>
              </a:spcAft>
              <a:buNone/>
            </a:pPr>
            <a:endParaRPr sz="1200"/>
          </a:p>
        </p:txBody>
      </p:sp>
      <p:sp>
        <p:nvSpPr>
          <p:cNvPr id="1218" name="Google Shape;1218;p181"/>
          <p:cNvSpPr txBox="1">
            <a:spLocks noGrp="1"/>
          </p:cNvSpPr>
          <p:nvPr>
            <p:ph type="body" idx="1"/>
          </p:nvPr>
        </p:nvSpPr>
        <p:spPr>
          <a:xfrm>
            <a:off x="107050" y="1331125"/>
            <a:ext cx="6872700" cy="17211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b="1">
                <a:solidFill>
                  <a:schemeClr val="accent3"/>
                </a:solidFill>
                <a:latin typeface="Roboto"/>
                <a:ea typeface="Roboto"/>
                <a:cs typeface="Roboto"/>
                <a:sym typeface="Roboto"/>
              </a:rPr>
              <a:t>B. Keep as </a:t>
            </a:r>
            <a:r>
              <a:rPr lang="en">
                <a:solidFill>
                  <a:schemeClr val="accent3"/>
                </a:solidFill>
                <a:latin typeface="Inconsolata Medium"/>
                <a:ea typeface="Inconsolata Medium"/>
                <a:cs typeface="Inconsolata Medium"/>
                <a:sym typeface="Inconsolata Medium"/>
              </a:rPr>
              <a:t>NaN</a:t>
            </a:r>
            <a:endParaRPr>
              <a:solidFill>
                <a:schemeClr val="accent3"/>
              </a:solidFill>
              <a:latin typeface="Inconsolata Medium"/>
              <a:ea typeface="Inconsolata Medium"/>
              <a:cs typeface="Inconsolata Medium"/>
              <a:sym typeface="Inconsolata Medium"/>
            </a:endParaRPr>
          </a:p>
          <a:p>
            <a:pPr marL="0" lvl="0" indent="0" algn="l" rtl="0">
              <a:lnSpc>
                <a:spcPct val="150000"/>
              </a:lnSpc>
              <a:spcBef>
                <a:spcPts val="0"/>
              </a:spcBef>
              <a:spcAft>
                <a:spcPts val="0"/>
              </a:spcAft>
              <a:buNone/>
            </a:pPr>
            <a:r>
              <a:rPr lang="en" b="1">
                <a:solidFill>
                  <a:schemeClr val="accent3"/>
                </a:solidFill>
                <a:latin typeface="Roboto"/>
                <a:ea typeface="Roboto"/>
                <a:cs typeface="Roboto"/>
                <a:sym typeface="Roboto"/>
              </a:rPr>
              <a:t>C. </a:t>
            </a:r>
            <a:r>
              <a:rPr lang="en" sz="1700" b="1">
                <a:solidFill>
                  <a:schemeClr val="accent3"/>
                </a:solidFill>
                <a:latin typeface="Roboto"/>
                <a:ea typeface="Roboto"/>
                <a:cs typeface="Roboto"/>
                <a:sym typeface="Roboto"/>
              </a:rPr>
              <a:t>Imputation/Interpolation</a:t>
            </a:r>
            <a:r>
              <a:rPr lang="en" sz="1700" b="1"/>
              <a:t>:</a:t>
            </a:r>
            <a:r>
              <a:rPr lang="en" sz="1700"/>
              <a:t> Inferring missing values</a:t>
            </a:r>
            <a:endParaRPr sz="1700"/>
          </a:p>
          <a:p>
            <a:pPr marL="457200" lvl="0" indent="-317500" algn="l" rtl="0">
              <a:lnSpc>
                <a:spcPct val="100000"/>
              </a:lnSpc>
              <a:spcBef>
                <a:spcPts val="400"/>
              </a:spcBef>
              <a:spcAft>
                <a:spcPts val="0"/>
              </a:spcAft>
              <a:buSzPts val="1400"/>
              <a:buChar char="●"/>
            </a:pPr>
            <a:r>
              <a:rPr lang="en" sz="1400" b="1">
                <a:latin typeface="Roboto"/>
                <a:ea typeface="Roboto"/>
                <a:cs typeface="Roboto"/>
                <a:sym typeface="Roboto"/>
              </a:rPr>
              <a:t>Average Imputation</a:t>
            </a:r>
            <a:r>
              <a:rPr lang="en" sz="1400" b="1"/>
              <a:t>:</a:t>
            </a:r>
            <a:r>
              <a:rPr lang="en" sz="1400"/>
              <a:t> replace with the mean</a:t>
            </a:r>
            <a:endParaRPr sz="1400"/>
          </a:p>
          <a:p>
            <a:pPr marL="914400" lvl="1" indent="-317500" algn="l" rtl="0">
              <a:lnSpc>
                <a:spcPct val="100000"/>
              </a:lnSpc>
              <a:spcBef>
                <a:spcPts val="400"/>
              </a:spcBef>
              <a:spcAft>
                <a:spcPts val="0"/>
              </a:spcAft>
              <a:buSzPts val="1400"/>
              <a:buChar char="○"/>
            </a:pPr>
            <a:r>
              <a:rPr lang="en" sz="1400"/>
              <a:t>When the variable’s distribution is roughly bell shaped, or mostly crowded at the mean</a:t>
            </a:r>
            <a:endParaRPr sz="1400"/>
          </a:p>
          <a:p>
            <a:pPr marL="457200" lvl="0" indent="-317500" algn="l" rtl="0">
              <a:lnSpc>
                <a:spcPct val="100000"/>
              </a:lnSpc>
              <a:spcBef>
                <a:spcPts val="400"/>
              </a:spcBef>
              <a:spcAft>
                <a:spcPts val="0"/>
              </a:spcAft>
              <a:buSzPts val="1400"/>
              <a:buChar char="●"/>
            </a:pPr>
            <a:r>
              <a:rPr lang="en" sz="1400" b="1">
                <a:latin typeface="Roboto"/>
                <a:ea typeface="Roboto"/>
                <a:cs typeface="Roboto"/>
                <a:sym typeface="Roboto"/>
              </a:rPr>
              <a:t>Median  Imputation</a:t>
            </a:r>
            <a:r>
              <a:rPr lang="en" sz="1400" b="1"/>
              <a:t>: replace with the median </a:t>
            </a:r>
            <a:endParaRPr sz="1400" b="1"/>
          </a:p>
          <a:p>
            <a:pPr marL="914400" lvl="1" indent="-317500" algn="l" rtl="0">
              <a:lnSpc>
                <a:spcPct val="100000"/>
              </a:lnSpc>
              <a:spcBef>
                <a:spcPts val="400"/>
              </a:spcBef>
              <a:spcAft>
                <a:spcPts val="0"/>
              </a:spcAft>
              <a:buSzPts val="1400"/>
              <a:buChar char="○"/>
            </a:pPr>
            <a:r>
              <a:rPr lang="en" sz="1400"/>
              <a:t>When the variable’s distribution is skewed (not crowded at the mean, rather at the left or right of it)</a:t>
            </a:r>
            <a:endParaRPr sz="1400"/>
          </a:p>
          <a:p>
            <a:pPr marL="457200" lvl="0" indent="-317500" algn="l" rtl="0">
              <a:lnSpc>
                <a:spcPct val="100000"/>
              </a:lnSpc>
              <a:spcBef>
                <a:spcPts val="400"/>
              </a:spcBef>
              <a:spcAft>
                <a:spcPts val="0"/>
              </a:spcAft>
              <a:buSzPts val="1400"/>
              <a:buChar char="●"/>
            </a:pPr>
            <a:r>
              <a:rPr lang="en" sz="1400" b="1">
                <a:latin typeface="Roboto"/>
                <a:ea typeface="Roboto"/>
                <a:cs typeface="Roboto"/>
                <a:sym typeface="Roboto"/>
              </a:rPr>
              <a:t>Mode Imputation:</a:t>
            </a:r>
            <a:r>
              <a:rPr lang="en" sz="1400"/>
              <a:t>  replace with the mode</a:t>
            </a:r>
            <a:endParaRPr sz="1400"/>
          </a:p>
          <a:p>
            <a:pPr marL="914400" lvl="1" indent="-317500" algn="l" rtl="0">
              <a:lnSpc>
                <a:spcPct val="100000"/>
              </a:lnSpc>
              <a:spcBef>
                <a:spcPts val="400"/>
              </a:spcBef>
              <a:spcAft>
                <a:spcPts val="0"/>
              </a:spcAft>
              <a:buSzPts val="1400"/>
              <a:buChar char="○"/>
            </a:pPr>
            <a:r>
              <a:rPr lang="en" sz="1400"/>
              <a:t>When the variable is frequently going to be a specific value, there is a high chance that the mode is the right inherent value for such data</a:t>
            </a:r>
            <a:endParaRPr sz="1400"/>
          </a:p>
          <a:p>
            <a:pPr marL="457200" lvl="0" indent="-317500" algn="l" rtl="0">
              <a:lnSpc>
                <a:spcPct val="100000"/>
              </a:lnSpc>
              <a:spcBef>
                <a:spcPts val="400"/>
              </a:spcBef>
              <a:spcAft>
                <a:spcPts val="0"/>
              </a:spcAft>
              <a:buSzPts val="1400"/>
              <a:buChar char="●"/>
            </a:pPr>
            <a:r>
              <a:rPr lang="en" sz="1400" b="1">
                <a:latin typeface="Roboto"/>
                <a:ea typeface="Roboto"/>
                <a:cs typeface="Roboto"/>
                <a:sym typeface="Roboto"/>
              </a:rPr>
              <a:t>Zero: </a:t>
            </a:r>
            <a:r>
              <a:rPr lang="en" sz="1400"/>
              <a:t> Replace with zero if it makes sense in the context of the data</a:t>
            </a:r>
            <a:endParaRPr sz="1400"/>
          </a:p>
          <a:p>
            <a:pPr marL="914400" lvl="0" indent="0" algn="l" rtl="0">
              <a:lnSpc>
                <a:spcPct val="100000"/>
              </a:lnSpc>
              <a:spcBef>
                <a:spcPts val="400"/>
              </a:spcBef>
              <a:spcAft>
                <a:spcPts val="0"/>
              </a:spcAft>
              <a:buNone/>
            </a:pPr>
            <a:endParaRPr sz="800"/>
          </a:p>
        </p:txBody>
      </p:sp>
      <p:sp>
        <p:nvSpPr>
          <p:cNvPr id="1219" name="Google Shape;1219;p181"/>
          <p:cNvSpPr txBox="1"/>
          <p:nvPr/>
        </p:nvSpPr>
        <p:spPr>
          <a:xfrm>
            <a:off x="6817500" y="402200"/>
            <a:ext cx="2326500" cy="13134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a:solidFill>
                  <a:schemeClr val="dk1"/>
                </a:solidFill>
                <a:latin typeface="Roboto Light"/>
                <a:ea typeface="Roboto Light"/>
                <a:cs typeface="Roboto Light"/>
                <a:sym typeface="Roboto Light"/>
              </a:rPr>
              <a:t>Choice affects bias and uncertainty quantification (large statistics literature)</a:t>
            </a:r>
            <a:endParaRPr>
              <a:solidFill>
                <a:schemeClr val="dk1"/>
              </a:solidFill>
              <a:latin typeface="Roboto Light"/>
              <a:ea typeface="Roboto Light"/>
              <a:cs typeface="Roboto Light"/>
              <a:sym typeface="Roboto Light"/>
            </a:endParaRPr>
          </a:p>
          <a:p>
            <a:pPr marL="0" lvl="0" indent="0" algn="l" rtl="0">
              <a:spcBef>
                <a:spcPts val="400"/>
              </a:spcBef>
              <a:spcAft>
                <a:spcPts val="0"/>
              </a:spcAft>
              <a:buNone/>
            </a:pPr>
            <a:r>
              <a:rPr lang="en" b="1">
                <a:solidFill>
                  <a:schemeClr val="accent3"/>
                </a:solidFill>
                <a:latin typeface="Roboto"/>
                <a:ea typeface="Roboto"/>
                <a:cs typeface="Roboto"/>
                <a:sym typeface="Roboto"/>
              </a:rPr>
              <a:t>Essential question:</a:t>
            </a:r>
            <a:r>
              <a:rPr lang="en">
                <a:solidFill>
                  <a:schemeClr val="dk1"/>
                </a:solidFill>
                <a:latin typeface="Roboto Light"/>
                <a:ea typeface="Roboto Light"/>
                <a:cs typeface="Roboto Light"/>
                <a:sym typeface="Roboto Light"/>
              </a:rPr>
              <a:t> why are the records missing?</a:t>
            </a:r>
            <a:endParaRPr>
              <a:solidFill>
                <a:schemeClr val="dk1"/>
              </a:solidFill>
              <a:latin typeface="Roboto Light"/>
              <a:ea typeface="Roboto Light"/>
              <a:cs typeface="Roboto Light"/>
              <a:sym typeface="Roboto Light"/>
            </a:endParaRPr>
          </a:p>
        </p:txBody>
      </p:sp>
      <p:sp>
        <p:nvSpPr>
          <p:cNvPr id="1220" name="Google Shape;1220;p181"/>
          <p:cNvSpPr txBox="1"/>
          <p:nvPr/>
        </p:nvSpPr>
        <p:spPr>
          <a:xfrm>
            <a:off x="6871725" y="2019150"/>
            <a:ext cx="2326500" cy="2688600"/>
          </a:xfrm>
          <a:prstGeom prst="rect">
            <a:avLst/>
          </a:prstGeom>
          <a:noFill/>
          <a:ln>
            <a:noFill/>
          </a:ln>
        </p:spPr>
        <p:txBody>
          <a:bodyPr spcFirstLastPara="1" wrap="square" lIns="91425" tIns="91425" rIns="91425" bIns="91425" anchor="t" anchorCtr="0">
            <a:spAutoFit/>
          </a:bodyPr>
          <a:lstStyle/>
          <a:p>
            <a:pPr marL="457200" lvl="0" indent="0" algn="l" rtl="0">
              <a:spcBef>
                <a:spcPts val="400"/>
              </a:spcBef>
              <a:spcAft>
                <a:spcPts val="0"/>
              </a:spcAft>
              <a:buNone/>
            </a:pPr>
            <a:r>
              <a:rPr lang="en" sz="1200" b="1">
                <a:solidFill>
                  <a:schemeClr val="dk1"/>
                </a:solidFill>
                <a:latin typeface="Roboto"/>
                <a:ea typeface="Roboto"/>
                <a:cs typeface="Roboto"/>
                <a:sym typeface="Roboto"/>
              </a:rPr>
              <a:t>Other Imputation Strategies (out of scope for this class)</a:t>
            </a:r>
            <a:endParaRPr sz="1200" b="1">
              <a:solidFill>
                <a:schemeClr val="dk1"/>
              </a:solidFill>
              <a:latin typeface="Roboto"/>
              <a:ea typeface="Roboto"/>
              <a:cs typeface="Roboto"/>
              <a:sym typeface="Roboto"/>
            </a:endParaRPr>
          </a:p>
          <a:p>
            <a:pPr marL="914400" lvl="1" indent="-304800" algn="l" rtl="0">
              <a:spcBef>
                <a:spcPts val="400"/>
              </a:spcBef>
              <a:spcAft>
                <a:spcPts val="0"/>
              </a:spcAft>
              <a:buClr>
                <a:schemeClr val="dk1"/>
              </a:buClr>
              <a:buSzPts val="1200"/>
              <a:buFont typeface="Roboto Light"/>
              <a:buChar char="○"/>
            </a:pPr>
            <a:r>
              <a:rPr lang="en" sz="1200" b="1">
                <a:solidFill>
                  <a:schemeClr val="dk1"/>
                </a:solidFill>
                <a:latin typeface="Roboto"/>
                <a:ea typeface="Roboto"/>
                <a:cs typeface="Roboto"/>
                <a:sym typeface="Roboto"/>
              </a:rPr>
              <a:t>Hot deck imputation</a:t>
            </a:r>
            <a:r>
              <a:rPr lang="en" sz="1200" b="1">
                <a:solidFill>
                  <a:schemeClr val="dk1"/>
                </a:solidFill>
                <a:latin typeface="Roboto Light"/>
                <a:ea typeface="Roboto Light"/>
                <a:cs typeface="Roboto Light"/>
                <a:sym typeface="Roboto Light"/>
              </a:rPr>
              <a:t>:</a:t>
            </a:r>
            <a:r>
              <a:rPr lang="en" sz="1200">
                <a:solidFill>
                  <a:schemeClr val="dk1"/>
                </a:solidFill>
                <a:latin typeface="Roboto Light"/>
                <a:ea typeface="Roboto Light"/>
                <a:cs typeface="Roboto Light"/>
                <a:sym typeface="Roboto Light"/>
              </a:rPr>
              <a:t> replace with a random value </a:t>
            </a:r>
            <a:endParaRPr sz="1200">
              <a:solidFill>
                <a:schemeClr val="dk1"/>
              </a:solidFill>
              <a:latin typeface="Roboto Light"/>
              <a:ea typeface="Roboto Light"/>
              <a:cs typeface="Roboto Light"/>
              <a:sym typeface="Roboto Light"/>
            </a:endParaRPr>
          </a:p>
          <a:p>
            <a:pPr marL="914400" lvl="1" indent="-304800" algn="l" rtl="0">
              <a:spcBef>
                <a:spcPts val="400"/>
              </a:spcBef>
              <a:spcAft>
                <a:spcPts val="0"/>
              </a:spcAft>
              <a:buClr>
                <a:schemeClr val="dk1"/>
              </a:buClr>
              <a:buSzPts val="1200"/>
              <a:buFont typeface="Roboto Light"/>
              <a:buChar char="○"/>
            </a:pPr>
            <a:r>
              <a:rPr lang="en" sz="1200" b="1">
                <a:solidFill>
                  <a:schemeClr val="dk1"/>
                </a:solidFill>
                <a:latin typeface="Roboto"/>
                <a:ea typeface="Roboto"/>
                <a:cs typeface="Roboto"/>
                <a:sym typeface="Roboto"/>
              </a:rPr>
              <a:t>Regression imputation</a:t>
            </a:r>
            <a:r>
              <a:rPr lang="en" sz="1200" b="1">
                <a:solidFill>
                  <a:schemeClr val="dk1"/>
                </a:solidFill>
                <a:latin typeface="Roboto Light"/>
                <a:ea typeface="Roboto Light"/>
                <a:cs typeface="Roboto Light"/>
                <a:sym typeface="Roboto Light"/>
              </a:rPr>
              <a:t>:</a:t>
            </a:r>
            <a:r>
              <a:rPr lang="en" sz="1200">
                <a:solidFill>
                  <a:schemeClr val="dk1"/>
                </a:solidFill>
                <a:latin typeface="Roboto Light"/>
                <a:ea typeface="Roboto Light"/>
                <a:cs typeface="Roboto Light"/>
                <a:sym typeface="Roboto Light"/>
              </a:rPr>
              <a:t> replace with a predicted value, using some model</a:t>
            </a:r>
            <a:endParaRPr sz="1600">
              <a:solidFill>
                <a:schemeClr val="dk1"/>
              </a:solidFill>
              <a:latin typeface="Roboto Light"/>
              <a:ea typeface="Roboto Light"/>
              <a:cs typeface="Roboto Light"/>
              <a:sym typeface="Robo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1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1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1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1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18">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18">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18">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18">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18">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18">
                                            <p:txEl>
                                              <p:pRg st="6" end="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18">
                                            <p:txEl>
                                              <p:pRg st="7" end="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18">
                                            <p:txEl>
                                              <p:pRg st="8" end="8"/>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18">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1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ecture">
  <a:themeElements>
    <a:clrScheme name="Simple Light">
      <a:dk1>
        <a:srgbClr val="000000"/>
      </a:dk1>
      <a:lt1>
        <a:srgbClr val="FFFFFF"/>
      </a:lt1>
      <a:dk2>
        <a:srgbClr val="B7B7B7"/>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ecture">
  <a:themeElements>
    <a:clrScheme name="Simple Light">
      <a:dk1>
        <a:srgbClr val="000000"/>
      </a:dk1>
      <a:lt1>
        <a:srgbClr val="FFFFFF"/>
      </a:lt1>
      <a:dk2>
        <a:srgbClr val="B7B7B7"/>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ecture">
  <a:themeElements>
    <a:clrScheme name="Simple Light">
      <a:dk1>
        <a:srgbClr val="000000"/>
      </a:dk1>
      <a:lt1>
        <a:srgbClr val="FFFFFF"/>
      </a:lt1>
      <a:dk2>
        <a:srgbClr val="B7B7B7"/>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imple Lecture">
  <a:themeElements>
    <a:clrScheme name="Simple Light">
      <a:dk1>
        <a:srgbClr val="000000"/>
      </a:dk1>
      <a:lt1>
        <a:srgbClr val="FFFFFF"/>
      </a:lt1>
      <a:dk2>
        <a:srgbClr val="B7B7B7"/>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Simple Lecture">
  <a:themeElements>
    <a:clrScheme name="Simple Light">
      <a:dk1>
        <a:srgbClr val="000000"/>
      </a:dk1>
      <a:lt1>
        <a:srgbClr val="FFFFFF"/>
      </a:lt1>
      <a:dk2>
        <a:srgbClr val="B7B7B7"/>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Simple Lecture">
  <a:themeElements>
    <a:clrScheme name="Simple Light">
      <a:dk1>
        <a:srgbClr val="000000"/>
      </a:dk1>
      <a:lt1>
        <a:srgbClr val="FFFFFF"/>
      </a:lt1>
      <a:dk2>
        <a:srgbClr val="B7B7B7"/>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2631</Words>
  <Application>Microsoft Office PowerPoint</Application>
  <PresentationFormat>On-screen Show (16:9)</PresentationFormat>
  <Paragraphs>448</Paragraphs>
  <Slides>22</Slides>
  <Notes>22</Notes>
  <HiddenSlides>0</HiddenSlides>
  <MMClips>0</MMClips>
  <ScaleCrop>false</ScaleCrop>
  <HeadingPairs>
    <vt:vector size="6" baseType="variant">
      <vt:variant>
        <vt:lpstr>Fonts Used</vt:lpstr>
      </vt:variant>
      <vt:variant>
        <vt:i4>14</vt:i4>
      </vt:variant>
      <vt:variant>
        <vt:lpstr>Theme</vt:lpstr>
      </vt:variant>
      <vt:variant>
        <vt:i4>6</vt:i4>
      </vt:variant>
      <vt:variant>
        <vt:lpstr>Slide Titles</vt:lpstr>
      </vt:variant>
      <vt:variant>
        <vt:i4>22</vt:i4>
      </vt:variant>
    </vt:vector>
  </HeadingPairs>
  <TitlesOfParts>
    <vt:vector size="42" baseType="lpstr">
      <vt:lpstr>Inconsolata Medium</vt:lpstr>
      <vt:lpstr>Roboto Mono</vt:lpstr>
      <vt:lpstr>Roboto Medium</vt:lpstr>
      <vt:lpstr>Calibri</vt:lpstr>
      <vt:lpstr>Roboto Mono Medium</vt:lpstr>
      <vt:lpstr>Palatino</vt:lpstr>
      <vt:lpstr>Times</vt:lpstr>
      <vt:lpstr>Roboto</vt:lpstr>
      <vt:lpstr>Century Gothic</vt:lpstr>
      <vt:lpstr>Noto Sans Symbols</vt:lpstr>
      <vt:lpstr>Helvetica Neue</vt:lpstr>
      <vt:lpstr>Roboto Mono Light</vt:lpstr>
      <vt:lpstr>Roboto Light</vt:lpstr>
      <vt:lpstr>Arial</vt:lpstr>
      <vt:lpstr>Simple Lecture</vt:lpstr>
      <vt:lpstr>Simple Lecture</vt:lpstr>
      <vt:lpstr>Simple Lecture</vt:lpstr>
      <vt:lpstr>Simple Lecture</vt:lpstr>
      <vt:lpstr>Simple Lecture</vt:lpstr>
      <vt:lpstr>Simple Lecture</vt:lpstr>
      <vt:lpstr>EDA &amp; Wrangling Using Pandas</vt:lpstr>
      <vt:lpstr>Plan for first 2 weeks</vt:lpstr>
      <vt:lpstr>EDA &amp; Wrangling</vt:lpstr>
      <vt:lpstr>PowerPoint Presentation</vt:lpstr>
      <vt:lpstr>Variables Are Columns</vt:lpstr>
      <vt:lpstr>Variable Feature Types</vt:lpstr>
      <vt:lpstr>Class Exercise</vt:lpstr>
      <vt:lpstr>Class Exercise: Solutions</vt:lpstr>
      <vt:lpstr>PowerPoint Presentation</vt:lpstr>
      <vt:lpstr>Primary Keys</vt:lpstr>
      <vt:lpstr>Primary Keys &amp; Granularity</vt:lpstr>
      <vt:lpstr>Granularity</vt:lpstr>
      <vt:lpstr>iClicker Poll:</vt:lpstr>
      <vt:lpstr>iClicker Poll:</vt:lpstr>
      <vt:lpstr>PowerPoint Presentation</vt:lpstr>
      <vt:lpstr>Scope</vt:lpstr>
      <vt:lpstr>Temporality</vt:lpstr>
      <vt:lpstr>Temporality: Unix / POSIX Time</vt:lpstr>
      <vt:lpstr>PowerPoint Presentation</vt:lpstr>
      <vt:lpstr>Faithfulness: Do I trust this data?</vt:lpstr>
      <vt:lpstr>Signs that your data may not be faithful (and proposed solutions)</vt:lpstr>
      <vt:lpstr>Missing Data/Default Values: Solutions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Osita Eluemuno Onyejekwe</cp:lastModifiedBy>
  <cp:revision>1</cp:revision>
  <dcterms:modified xsi:type="dcterms:W3CDTF">2025-06-04T15:11:57Z</dcterms:modified>
</cp:coreProperties>
</file>